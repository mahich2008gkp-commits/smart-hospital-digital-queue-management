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59" r:id="rId5"/>
    <p:sldId id="260" r:id="rId6"/>
    <p:sldId id="261" r:id="rId7"/>
    <p:sldId id="262" r:id="rId8"/>
    <p:sldId id="269" r:id="rId9"/>
    <p:sldId id="263" r:id="rId10"/>
    <p:sldId id="268" r:id="rId11"/>
    <p:sldId id="264" r:id="rId12"/>
    <p:sldId id="265" r:id="rId13"/>
    <p:sldId id="266" r:id="rId14"/>
    <p:sldId id="26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66E0AAC-436F-4F4C-A401-099EBC17899E}">
          <p14:sldIdLst>
            <p14:sldId id="256"/>
            <p14:sldId id="257"/>
          </p14:sldIdLst>
        </p14:section>
        <p14:section name="Untitled Section" id="{AB312677-A680-45E7-8BA7-1A5288730179}">
          <p14:sldIdLst>
            <p14:sldId id="258"/>
            <p14:sldId id="259"/>
            <p14:sldId id="260"/>
            <p14:sldId id="261"/>
            <p14:sldId id="262"/>
            <p14:sldId id="269"/>
            <p14:sldId id="263"/>
            <p14:sldId id="268"/>
            <p14:sldId id="264"/>
            <p14:sldId id="265"/>
            <p14:sldId id="266"/>
            <p14:sldId id="26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02BAB5-DB70-46FC-9BD9-2FB78A8E32F5}" v="210" dt="2026-04-11T05:04:26.3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p:cViewPr varScale="1">
        <p:scale>
          <a:sx n="78" d="100"/>
          <a:sy n="78" d="100"/>
        </p:scale>
        <p:origin x="155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 Chaudhary" userId="948538665c1d9df4" providerId="LiveId" clId="{87C6511C-F532-4C2D-8F2C-A3C76F780006}"/>
    <pc:docChg chg="undo redo custSel addSld delSld modSld addSection modSection">
      <pc:chgData name="Mahi Chaudhary" userId="948538665c1d9df4" providerId="LiveId" clId="{87C6511C-F532-4C2D-8F2C-A3C76F780006}" dt="2026-04-11T05:12:21.731" v="6450" actId="1076"/>
      <pc:docMkLst>
        <pc:docMk/>
      </pc:docMkLst>
      <pc:sldChg chg="modSp mod">
        <pc:chgData name="Mahi Chaudhary" userId="948538665c1d9df4" providerId="LiveId" clId="{87C6511C-F532-4C2D-8F2C-A3C76F780006}" dt="2026-04-11T04:19:38.974" v="5537" actId="14100"/>
        <pc:sldMkLst>
          <pc:docMk/>
          <pc:sldMk cId="0" sldId="256"/>
        </pc:sldMkLst>
        <pc:spChg chg="mod">
          <ac:chgData name="Mahi Chaudhary" userId="948538665c1d9df4" providerId="LiveId" clId="{87C6511C-F532-4C2D-8F2C-A3C76F780006}" dt="2026-04-11T04:19:33.615" v="5536" actId="14100"/>
          <ac:spMkLst>
            <pc:docMk/>
            <pc:sldMk cId="0" sldId="256"/>
            <ac:spMk id="2" creationId="{00000000-0000-0000-0000-000000000000}"/>
          </ac:spMkLst>
        </pc:spChg>
        <pc:spChg chg="mod">
          <ac:chgData name="Mahi Chaudhary" userId="948538665c1d9df4" providerId="LiveId" clId="{87C6511C-F532-4C2D-8F2C-A3C76F780006}" dt="2026-04-11T04:19:38.974" v="5537" actId="14100"/>
          <ac:spMkLst>
            <pc:docMk/>
            <pc:sldMk cId="0" sldId="256"/>
            <ac:spMk id="3" creationId="{00000000-0000-0000-0000-000000000000}"/>
          </ac:spMkLst>
        </pc:spChg>
        <pc:spChg chg="mod">
          <ac:chgData name="Mahi Chaudhary" userId="948538665c1d9df4" providerId="LiveId" clId="{87C6511C-F532-4C2D-8F2C-A3C76F780006}" dt="2026-04-08T14:59:17.520" v="1618" actId="20577"/>
          <ac:spMkLst>
            <pc:docMk/>
            <pc:sldMk cId="0" sldId="256"/>
            <ac:spMk id="6" creationId="{00000000-0000-0000-0000-000000000000}"/>
          </ac:spMkLst>
        </pc:spChg>
        <pc:picChg chg="mod">
          <ac:chgData name="Mahi Chaudhary" userId="948538665c1d9df4" providerId="LiveId" clId="{87C6511C-F532-4C2D-8F2C-A3C76F780006}" dt="2026-04-11T04:18:25.628" v="5526" actId="14100"/>
          <ac:picMkLst>
            <pc:docMk/>
            <pc:sldMk cId="0" sldId="256"/>
            <ac:picMk id="5" creationId="{00000000-0000-0000-0000-000000000000}"/>
          </ac:picMkLst>
        </pc:picChg>
      </pc:sldChg>
      <pc:sldChg chg="addSp delSp modSp mod chgLayout">
        <pc:chgData name="Mahi Chaudhary" userId="948538665c1d9df4" providerId="LiveId" clId="{87C6511C-F532-4C2D-8F2C-A3C76F780006}" dt="2026-04-10T03:06:11.187" v="2656" actId="14100"/>
        <pc:sldMkLst>
          <pc:docMk/>
          <pc:sldMk cId="0" sldId="258"/>
        </pc:sldMkLst>
        <pc:spChg chg="mod ord">
          <ac:chgData name="Mahi Chaudhary" userId="948538665c1d9df4" providerId="LiveId" clId="{87C6511C-F532-4C2D-8F2C-A3C76F780006}" dt="2026-04-07T23:45:29.743" v="241" actId="14100"/>
          <ac:spMkLst>
            <pc:docMk/>
            <pc:sldMk cId="0" sldId="258"/>
            <ac:spMk id="2" creationId="{00000000-0000-0000-0000-000000000000}"/>
          </ac:spMkLst>
        </pc:spChg>
        <pc:spChg chg="mod ord">
          <ac:chgData name="Mahi Chaudhary" userId="948538665c1d9df4" providerId="LiveId" clId="{87C6511C-F532-4C2D-8F2C-A3C76F780006}" dt="2026-04-10T03:04:03.633" v="2614" actId="20577"/>
          <ac:spMkLst>
            <pc:docMk/>
            <pc:sldMk cId="0" sldId="258"/>
            <ac:spMk id="3" creationId="{00000000-0000-0000-0000-000000000000}"/>
          </ac:spMkLst>
        </pc:spChg>
        <pc:spChg chg="add mod">
          <ac:chgData name="Mahi Chaudhary" userId="948538665c1d9df4" providerId="LiveId" clId="{87C6511C-F532-4C2D-8F2C-A3C76F780006}" dt="2026-04-07T23:59:10.416" v="321" actId="14100"/>
          <ac:spMkLst>
            <pc:docMk/>
            <pc:sldMk cId="0" sldId="258"/>
            <ac:spMk id="5" creationId="{8C2A2CA1-2E72-52CD-EFE1-9B58FCB21CDC}"/>
          </ac:spMkLst>
        </pc:spChg>
        <pc:spChg chg="add mod">
          <ac:chgData name="Mahi Chaudhary" userId="948538665c1d9df4" providerId="LiveId" clId="{87C6511C-F532-4C2D-8F2C-A3C76F780006}" dt="2026-04-07T23:44:58.118" v="224" actId="14100"/>
          <ac:spMkLst>
            <pc:docMk/>
            <pc:sldMk cId="0" sldId="258"/>
            <ac:spMk id="13" creationId="{2936E32C-8F1B-B50F-9DDB-8EDC4DDD008D}"/>
          </ac:spMkLst>
        </pc:spChg>
        <pc:spChg chg="add mod ord">
          <ac:chgData name="Mahi Chaudhary" userId="948538665c1d9df4" providerId="LiveId" clId="{87C6511C-F532-4C2D-8F2C-A3C76F780006}" dt="2026-04-07T23:58:33.831" v="320" actId="1076"/>
          <ac:spMkLst>
            <pc:docMk/>
            <pc:sldMk cId="0" sldId="258"/>
            <ac:spMk id="14" creationId="{20559977-E414-C595-0F18-3149442F794F}"/>
          </ac:spMkLst>
        </pc:spChg>
        <pc:spChg chg="add mod">
          <ac:chgData name="Mahi Chaudhary" userId="948538665c1d9df4" providerId="LiveId" clId="{87C6511C-F532-4C2D-8F2C-A3C76F780006}" dt="2026-04-08T00:17:29.717" v="440" actId="1076"/>
          <ac:spMkLst>
            <pc:docMk/>
            <pc:sldMk cId="0" sldId="258"/>
            <ac:spMk id="15" creationId="{6E1DEF80-1177-DC5C-238C-A7A521361BE7}"/>
          </ac:spMkLst>
        </pc:spChg>
        <pc:spChg chg="add mod">
          <ac:chgData name="Mahi Chaudhary" userId="948538665c1d9df4" providerId="LiveId" clId="{87C6511C-F532-4C2D-8F2C-A3C76F780006}" dt="2026-04-10T03:03:42.638" v="2608" actId="20577"/>
          <ac:spMkLst>
            <pc:docMk/>
            <pc:sldMk cId="0" sldId="258"/>
            <ac:spMk id="17" creationId="{90D2A6E1-1EBD-1138-96DE-C92890076F0B}"/>
          </ac:spMkLst>
        </pc:spChg>
        <pc:spChg chg="add mod">
          <ac:chgData name="Mahi Chaudhary" userId="948538665c1d9df4" providerId="LiveId" clId="{87C6511C-F532-4C2D-8F2C-A3C76F780006}" dt="2026-04-10T03:06:11.187" v="2656" actId="14100"/>
          <ac:spMkLst>
            <pc:docMk/>
            <pc:sldMk cId="0" sldId="258"/>
            <ac:spMk id="18" creationId="{25C500A2-C000-B6F9-6987-CEA16BD0A290}"/>
          </ac:spMkLst>
        </pc:spChg>
        <pc:spChg chg="add mod">
          <ac:chgData name="Mahi Chaudhary" userId="948538665c1d9df4" providerId="LiveId" clId="{87C6511C-F532-4C2D-8F2C-A3C76F780006}" dt="2026-04-10T03:06:04.383" v="2655" actId="14100"/>
          <ac:spMkLst>
            <pc:docMk/>
            <pc:sldMk cId="0" sldId="258"/>
            <ac:spMk id="20" creationId="{1584E696-51C8-B418-4999-B8E07D7080F1}"/>
          </ac:spMkLst>
        </pc:spChg>
      </pc:sldChg>
      <pc:sldChg chg="addSp modSp mod">
        <pc:chgData name="Mahi Chaudhary" userId="948538665c1d9df4" providerId="LiveId" clId="{87C6511C-F532-4C2D-8F2C-A3C76F780006}" dt="2026-04-08T13:25:16.202" v="770" actId="14100"/>
        <pc:sldMkLst>
          <pc:docMk/>
          <pc:sldMk cId="3795444410" sldId="259"/>
        </pc:sldMkLst>
        <pc:spChg chg="mod">
          <ac:chgData name="Mahi Chaudhary" userId="948538665c1d9df4" providerId="LiveId" clId="{87C6511C-F532-4C2D-8F2C-A3C76F780006}" dt="2026-04-08T13:19:34.410" v="723" actId="12"/>
          <ac:spMkLst>
            <pc:docMk/>
            <pc:sldMk cId="3795444410" sldId="259"/>
            <ac:spMk id="3" creationId="{A1DBBE98-684C-A5B4-EF8C-983F74C0F534}"/>
          </ac:spMkLst>
        </pc:spChg>
        <pc:spChg chg="add mod">
          <ac:chgData name="Mahi Chaudhary" userId="948538665c1d9df4" providerId="LiveId" clId="{87C6511C-F532-4C2D-8F2C-A3C76F780006}" dt="2026-04-08T13:25:03.629" v="769" actId="255"/>
          <ac:spMkLst>
            <pc:docMk/>
            <pc:sldMk cId="3795444410" sldId="259"/>
            <ac:spMk id="5" creationId="{EC0661D4-964D-047E-0C42-C79FB0C5795B}"/>
          </ac:spMkLst>
        </pc:spChg>
        <pc:spChg chg="add mod">
          <ac:chgData name="Mahi Chaudhary" userId="948538665c1d9df4" providerId="LiveId" clId="{87C6511C-F532-4C2D-8F2C-A3C76F780006}" dt="2026-04-08T13:25:16.202" v="770" actId="14100"/>
          <ac:spMkLst>
            <pc:docMk/>
            <pc:sldMk cId="3795444410" sldId="259"/>
            <ac:spMk id="6" creationId="{BF734675-DDF4-2107-5EAB-615FD941543A}"/>
          </ac:spMkLst>
        </pc:spChg>
        <pc:picChg chg="mod">
          <ac:chgData name="Mahi Chaudhary" userId="948538665c1d9df4" providerId="LiveId" clId="{87C6511C-F532-4C2D-8F2C-A3C76F780006}" dt="2026-04-08T12:48:32.245" v="465" actId="1076"/>
          <ac:picMkLst>
            <pc:docMk/>
            <pc:sldMk cId="3795444410" sldId="259"/>
            <ac:picMk id="4" creationId="{617010BF-24AE-04E9-FE2F-B87EF594ECD3}"/>
          </ac:picMkLst>
        </pc:picChg>
      </pc:sldChg>
      <pc:sldChg chg="addSp modSp mod">
        <pc:chgData name="Mahi Chaudhary" userId="948538665c1d9df4" providerId="LiveId" clId="{87C6511C-F532-4C2D-8F2C-A3C76F780006}" dt="2026-04-10T03:11:57.642" v="2673" actId="255"/>
        <pc:sldMkLst>
          <pc:docMk/>
          <pc:sldMk cId="3002202489" sldId="260"/>
        </pc:sldMkLst>
        <pc:spChg chg="mod">
          <ac:chgData name="Mahi Chaudhary" userId="948538665c1d9df4" providerId="LiveId" clId="{87C6511C-F532-4C2D-8F2C-A3C76F780006}" dt="2026-04-10T03:11:57.642" v="2673" actId="255"/>
          <ac:spMkLst>
            <pc:docMk/>
            <pc:sldMk cId="3002202489" sldId="260"/>
            <ac:spMk id="3" creationId="{3F167786-E93E-7FC6-4231-48C3B735E630}"/>
          </ac:spMkLst>
        </pc:spChg>
        <pc:spChg chg="add mod">
          <ac:chgData name="Mahi Chaudhary" userId="948538665c1d9df4" providerId="LiveId" clId="{87C6511C-F532-4C2D-8F2C-A3C76F780006}" dt="2026-04-08T13:42:36.386" v="937" actId="1076"/>
          <ac:spMkLst>
            <pc:docMk/>
            <pc:sldMk cId="3002202489" sldId="260"/>
            <ac:spMk id="5" creationId="{7D7A9182-9883-1124-D89F-291F66221548}"/>
          </ac:spMkLst>
        </pc:spChg>
        <pc:spChg chg="add mod">
          <ac:chgData name="Mahi Chaudhary" userId="948538665c1d9df4" providerId="LiveId" clId="{87C6511C-F532-4C2D-8F2C-A3C76F780006}" dt="2026-04-08T13:36:13.041" v="907" actId="20577"/>
          <ac:spMkLst>
            <pc:docMk/>
            <pc:sldMk cId="3002202489" sldId="260"/>
            <ac:spMk id="6" creationId="{535771E4-B7DD-4392-5C61-A2E604EEBF28}"/>
          </ac:spMkLst>
        </pc:spChg>
        <pc:spChg chg="add mod">
          <ac:chgData name="Mahi Chaudhary" userId="948538665c1d9df4" providerId="LiveId" clId="{87C6511C-F532-4C2D-8F2C-A3C76F780006}" dt="2026-04-10T03:10:25.564" v="2663" actId="20577"/>
          <ac:spMkLst>
            <pc:docMk/>
            <pc:sldMk cId="3002202489" sldId="260"/>
            <ac:spMk id="7" creationId="{060372CC-1BB4-9510-EF38-50196430569D}"/>
          </ac:spMkLst>
        </pc:spChg>
        <pc:spChg chg="add mod">
          <ac:chgData name="Mahi Chaudhary" userId="948538665c1d9df4" providerId="LiveId" clId="{87C6511C-F532-4C2D-8F2C-A3C76F780006}" dt="2026-04-08T13:35:24.569" v="902" actId="20577"/>
          <ac:spMkLst>
            <pc:docMk/>
            <pc:sldMk cId="3002202489" sldId="260"/>
            <ac:spMk id="8" creationId="{86A9E3E3-6D39-51EA-AA06-2400BE490B1A}"/>
          </ac:spMkLst>
        </pc:spChg>
        <pc:spChg chg="add mod">
          <ac:chgData name="Mahi Chaudhary" userId="948538665c1d9df4" providerId="LiveId" clId="{87C6511C-F532-4C2D-8F2C-A3C76F780006}" dt="2026-04-08T13:37:47.759" v="913" actId="20577"/>
          <ac:spMkLst>
            <pc:docMk/>
            <pc:sldMk cId="3002202489" sldId="260"/>
            <ac:spMk id="9" creationId="{3E90C3FF-74CB-6D52-688C-7BF7A2992ACF}"/>
          </ac:spMkLst>
        </pc:spChg>
        <pc:spChg chg="add mod">
          <ac:chgData name="Mahi Chaudhary" userId="948538665c1d9df4" providerId="LiveId" clId="{87C6511C-F532-4C2D-8F2C-A3C76F780006}" dt="2026-04-10T03:11:15.711" v="2667" actId="20577"/>
          <ac:spMkLst>
            <pc:docMk/>
            <pc:sldMk cId="3002202489" sldId="260"/>
            <ac:spMk id="11" creationId="{3DCD12D4-2947-B49C-6E3B-39EB403993D4}"/>
          </ac:spMkLst>
        </pc:spChg>
      </pc:sldChg>
      <pc:sldChg chg="addSp delSp modSp mod">
        <pc:chgData name="Mahi Chaudhary" userId="948538665c1d9df4" providerId="LiveId" clId="{87C6511C-F532-4C2D-8F2C-A3C76F780006}" dt="2026-04-11T03:45:34.494" v="5346" actId="20577"/>
        <pc:sldMkLst>
          <pc:docMk/>
          <pc:sldMk cId="3368237835" sldId="261"/>
        </pc:sldMkLst>
        <pc:spChg chg="mod">
          <ac:chgData name="Mahi Chaudhary" userId="948538665c1d9df4" providerId="LiveId" clId="{87C6511C-F532-4C2D-8F2C-A3C76F780006}" dt="2026-04-08T14:07:47.198" v="999" actId="14100"/>
          <ac:spMkLst>
            <pc:docMk/>
            <pc:sldMk cId="3368237835" sldId="261"/>
            <ac:spMk id="2" creationId="{8C1FB080-8A67-B3F4-33DF-42350D960632}"/>
          </ac:spMkLst>
        </pc:spChg>
        <pc:spChg chg="mod">
          <ac:chgData name="Mahi Chaudhary" userId="948538665c1d9df4" providerId="LiveId" clId="{87C6511C-F532-4C2D-8F2C-A3C76F780006}" dt="2026-04-08T14:37:06.296" v="1269" actId="14100"/>
          <ac:spMkLst>
            <pc:docMk/>
            <pc:sldMk cId="3368237835" sldId="261"/>
            <ac:spMk id="3" creationId="{46C74D16-14DD-63CE-F325-177BB5A7E0AA}"/>
          </ac:spMkLst>
        </pc:spChg>
        <pc:spChg chg="add mod">
          <ac:chgData name="Mahi Chaudhary" userId="948538665c1d9df4" providerId="LiveId" clId="{87C6511C-F532-4C2D-8F2C-A3C76F780006}" dt="2026-04-08T14:06:35.533" v="968" actId="20577"/>
          <ac:spMkLst>
            <pc:docMk/>
            <pc:sldMk cId="3368237835" sldId="261"/>
            <ac:spMk id="5" creationId="{CAF5CDA1-660F-E2CF-D648-13B2D5F65EEE}"/>
          </ac:spMkLst>
        </pc:spChg>
        <pc:spChg chg="add mod">
          <ac:chgData name="Mahi Chaudhary" userId="948538665c1d9df4" providerId="LiveId" clId="{87C6511C-F532-4C2D-8F2C-A3C76F780006}" dt="2026-04-11T03:45:34.494" v="5346" actId="20577"/>
          <ac:spMkLst>
            <pc:docMk/>
            <pc:sldMk cId="3368237835" sldId="261"/>
            <ac:spMk id="9" creationId="{EBA338F6-DFBF-D742-2B3C-AB376636F9A2}"/>
          </ac:spMkLst>
        </pc:spChg>
        <pc:spChg chg="add del mod">
          <ac:chgData name="Mahi Chaudhary" userId="948538665c1d9df4" providerId="LiveId" clId="{87C6511C-F532-4C2D-8F2C-A3C76F780006}" dt="2026-04-10T07:29:55.156" v="5025" actId="14100"/>
          <ac:spMkLst>
            <pc:docMk/>
            <pc:sldMk cId="3368237835" sldId="261"/>
            <ac:spMk id="16" creationId="{479C56EB-EFDC-9675-D662-EA813159BFD7}"/>
          </ac:spMkLst>
        </pc:spChg>
        <pc:spChg chg="add mod">
          <ac:chgData name="Mahi Chaudhary" userId="948538665c1d9df4" providerId="LiveId" clId="{87C6511C-F532-4C2D-8F2C-A3C76F780006}" dt="2026-04-08T14:45:11.624" v="1400" actId="2711"/>
          <ac:spMkLst>
            <pc:docMk/>
            <pc:sldMk cId="3368237835" sldId="261"/>
            <ac:spMk id="30" creationId="{DE24008B-453D-3C8B-1688-3EEEDBCED939}"/>
          </ac:spMkLst>
        </pc:spChg>
        <pc:cxnChg chg="add mod">
          <ac:chgData name="Mahi Chaudhary" userId="948538665c1d9df4" providerId="LiveId" clId="{87C6511C-F532-4C2D-8F2C-A3C76F780006}" dt="2026-04-10T07:30:12.188" v="5026" actId="14100"/>
          <ac:cxnSpMkLst>
            <pc:docMk/>
            <pc:sldMk cId="3368237835" sldId="261"/>
            <ac:cxnSpMk id="13" creationId="{EA812A6D-05E5-5EAF-1EDE-7177F7360B57}"/>
          </ac:cxnSpMkLst>
        </pc:cxnChg>
        <pc:cxnChg chg="add mod">
          <ac:chgData name="Mahi Chaudhary" userId="948538665c1d9df4" providerId="LiveId" clId="{87C6511C-F532-4C2D-8F2C-A3C76F780006}" dt="2026-04-08T14:41:17.121" v="1368" actId="1076"/>
          <ac:cxnSpMkLst>
            <pc:docMk/>
            <pc:sldMk cId="3368237835" sldId="261"/>
            <ac:cxnSpMk id="27" creationId="{6FAB7896-B1E8-055C-F65E-6BED0F1E9387}"/>
          </ac:cxnSpMkLst>
        </pc:cxnChg>
      </pc:sldChg>
      <pc:sldChg chg="addSp delSp modSp mod">
        <pc:chgData name="Mahi Chaudhary" userId="948538665c1d9df4" providerId="LiveId" clId="{87C6511C-F532-4C2D-8F2C-A3C76F780006}" dt="2026-04-11T05:12:21.731" v="6450" actId="1076"/>
        <pc:sldMkLst>
          <pc:docMk/>
          <pc:sldMk cId="2115476743" sldId="262"/>
        </pc:sldMkLst>
        <pc:spChg chg="mod">
          <ac:chgData name="Mahi Chaudhary" userId="948538665c1d9df4" providerId="LiveId" clId="{87C6511C-F532-4C2D-8F2C-A3C76F780006}" dt="2026-04-11T05:06:00.384" v="6359" actId="14100"/>
          <ac:spMkLst>
            <pc:docMk/>
            <pc:sldMk cId="2115476743" sldId="262"/>
            <ac:spMk id="2" creationId="{0BC38DD1-FE8B-FCFF-6BF2-68D75DFC6129}"/>
          </ac:spMkLst>
        </pc:spChg>
        <pc:spChg chg="mod">
          <ac:chgData name="Mahi Chaudhary" userId="948538665c1d9df4" providerId="LiveId" clId="{87C6511C-F532-4C2D-8F2C-A3C76F780006}" dt="2026-04-11T05:05:54.462" v="6358" actId="1076"/>
          <ac:spMkLst>
            <pc:docMk/>
            <pc:sldMk cId="2115476743" sldId="262"/>
            <ac:spMk id="3" creationId="{534CDEAF-8343-E037-CB0A-B6BA4B14B426}"/>
          </ac:spMkLst>
        </pc:spChg>
        <pc:spChg chg="add del mod">
          <ac:chgData name="Mahi Chaudhary" userId="948538665c1d9df4" providerId="LiveId" clId="{87C6511C-F532-4C2D-8F2C-A3C76F780006}" dt="2026-04-11T01:51:52.665" v="5294" actId="478"/>
          <ac:spMkLst>
            <pc:docMk/>
            <pc:sldMk cId="2115476743" sldId="262"/>
            <ac:spMk id="5" creationId="{000C28A4-27B6-9526-86C6-F1552E028F12}"/>
          </ac:spMkLst>
        </pc:spChg>
        <pc:spChg chg="add mod">
          <ac:chgData name="Mahi Chaudhary" userId="948538665c1d9df4" providerId="LiveId" clId="{87C6511C-F532-4C2D-8F2C-A3C76F780006}" dt="2026-04-11T05:12:21.731" v="6450" actId="1076"/>
          <ac:spMkLst>
            <pc:docMk/>
            <pc:sldMk cId="2115476743" sldId="262"/>
            <ac:spMk id="5" creationId="{50C23254-87EB-2C93-05D3-2CECB630C6A0}"/>
          </ac:spMkLst>
        </pc:spChg>
        <pc:spChg chg="add del mod">
          <ac:chgData name="Mahi Chaudhary" userId="948538665c1d9df4" providerId="LiveId" clId="{87C6511C-F532-4C2D-8F2C-A3C76F780006}" dt="2026-04-11T01:52:47.770" v="5302" actId="478"/>
          <ac:spMkLst>
            <pc:docMk/>
            <pc:sldMk cId="2115476743" sldId="262"/>
            <ac:spMk id="6" creationId="{A9042058-3EA2-292D-1430-F1A35BDD936E}"/>
          </ac:spMkLst>
        </pc:spChg>
      </pc:sldChg>
      <pc:sldChg chg="addSp modSp mod">
        <pc:chgData name="Mahi Chaudhary" userId="948538665c1d9df4" providerId="LiveId" clId="{87C6511C-F532-4C2D-8F2C-A3C76F780006}" dt="2026-04-10T04:18:47.394" v="3056" actId="14100"/>
        <pc:sldMkLst>
          <pc:docMk/>
          <pc:sldMk cId="1664951173" sldId="263"/>
        </pc:sldMkLst>
        <pc:spChg chg="mod">
          <ac:chgData name="Mahi Chaudhary" userId="948538665c1d9df4" providerId="LiveId" clId="{87C6511C-F532-4C2D-8F2C-A3C76F780006}" dt="2026-04-10T04:18:47.394" v="3056" actId="14100"/>
          <ac:spMkLst>
            <pc:docMk/>
            <pc:sldMk cId="1664951173" sldId="263"/>
            <ac:spMk id="2" creationId="{46305EF1-F5B9-B995-EEB0-94A429489E4E}"/>
          </ac:spMkLst>
        </pc:spChg>
        <pc:spChg chg="mod">
          <ac:chgData name="Mahi Chaudhary" userId="948538665c1d9df4" providerId="LiveId" clId="{87C6511C-F532-4C2D-8F2C-A3C76F780006}" dt="2026-04-10T04:15:36.894" v="3025" actId="14100"/>
          <ac:spMkLst>
            <pc:docMk/>
            <pc:sldMk cId="1664951173" sldId="263"/>
            <ac:spMk id="3" creationId="{BC69704A-45E0-7FBC-F514-3353D27C1BE8}"/>
          </ac:spMkLst>
        </pc:spChg>
        <pc:picChg chg="add mod">
          <ac:chgData name="Mahi Chaudhary" userId="948538665c1d9df4" providerId="LiveId" clId="{87C6511C-F532-4C2D-8F2C-A3C76F780006}" dt="2026-04-10T04:15:52.201" v="3026" actId="1076"/>
          <ac:picMkLst>
            <pc:docMk/>
            <pc:sldMk cId="1664951173" sldId="263"/>
            <ac:picMk id="6" creationId="{75F45EC0-06F4-4200-7968-E02A39D60235}"/>
          </ac:picMkLst>
        </pc:picChg>
      </pc:sldChg>
      <pc:sldChg chg="addSp modSp mod">
        <pc:chgData name="Mahi Chaudhary" userId="948538665c1d9df4" providerId="LiveId" clId="{87C6511C-F532-4C2D-8F2C-A3C76F780006}" dt="2026-04-10T06:47:54.875" v="4855" actId="20577"/>
        <pc:sldMkLst>
          <pc:docMk/>
          <pc:sldMk cId="4044246913" sldId="264"/>
        </pc:sldMkLst>
        <pc:spChg chg="mod">
          <ac:chgData name="Mahi Chaudhary" userId="948538665c1d9df4" providerId="LiveId" clId="{87C6511C-F532-4C2D-8F2C-A3C76F780006}" dt="2026-04-10T06:47:31.471" v="4851" actId="20577"/>
          <ac:spMkLst>
            <pc:docMk/>
            <pc:sldMk cId="4044246913" sldId="264"/>
            <ac:spMk id="3" creationId="{6A95EFBB-EA43-E708-7935-0963BD2865DA}"/>
          </ac:spMkLst>
        </pc:spChg>
        <pc:spChg chg="add mod">
          <ac:chgData name="Mahi Chaudhary" userId="948538665c1d9df4" providerId="LiveId" clId="{87C6511C-F532-4C2D-8F2C-A3C76F780006}" dt="2026-04-10T06:47:54.875" v="4855" actId="20577"/>
          <ac:spMkLst>
            <pc:docMk/>
            <pc:sldMk cId="4044246913" sldId="264"/>
            <ac:spMk id="5" creationId="{AD395F79-AEB8-547B-499D-19A35B73A3DF}"/>
          </ac:spMkLst>
        </pc:spChg>
        <pc:spChg chg="add mod">
          <ac:chgData name="Mahi Chaudhary" userId="948538665c1d9df4" providerId="LiveId" clId="{87C6511C-F532-4C2D-8F2C-A3C76F780006}" dt="2026-04-10T06:47:25.427" v="4849" actId="1076"/>
          <ac:spMkLst>
            <pc:docMk/>
            <pc:sldMk cId="4044246913" sldId="264"/>
            <ac:spMk id="6" creationId="{83794302-17EC-97A8-FD13-04A565D8D0C0}"/>
          </ac:spMkLst>
        </pc:spChg>
      </pc:sldChg>
      <pc:sldChg chg="addSp delSp modSp mod">
        <pc:chgData name="Mahi Chaudhary" userId="948538665c1d9df4" providerId="LiveId" clId="{87C6511C-F532-4C2D-8F2C-A3C76F780006}" dt="2026-04-10T06:58:04.596" v="4948" actId="20577"/>
        <pc:sldMkLst>
          <pc:docMk/>
          <pc:sldMk cId="3429819450" sldId="265"/>
        </pc:sldMkLst>
        <pc:spChg chg="mod">
          <ac:chgData name="Mahi Chaudhary" userId="948538665c1d9df4" providerId="LiveId" clId="{87C6511C-F532-4C2D-8F2C-A3C76F780006}" dt="2026-04-10T06:58:04.596" v="4948" actId="20577"/>
          <ac:spMkLst>
            <pc:docMk/>
            <pc:sldMk cId="3429819450" sldId="265"/>
            <ac:spMk id="3" creationId="{96BECECE-7E6C-6FB3-7B7D-79417927EA4D}"/>
          </ac:spMkLst>
        </pc:spChg>
        <pc:spChg chg="add mod">
          <ac:chgData name="Mahi Chaudhary" userId="948538665c1d9df4" providerId="LiveId" clId="{87C6511C-F532-4C2D-8F2C-A3C76F780006}" dt="2026-04-10T06:55:44.429" v="4903" actId="20577"/>
          <ac:spMkLst>
            <pc:docMk/>
            <pc:sldMk cId="3429819450" sldId="265"/>
            <ac:spMk id="5" creationId="{212142E0-55ED-886D-FF3F-C2C7446AEDE6}"/>
          </ac:spMkLst>
        </pc:spChg>
        <pc:spChg chg="add">
          <ac:chgData name="Mahi Chaudhary" userId="948538665c1d9df4" providerId="LiveId" clId="{87C6511C-F532-4C2D-8F2C-A3C76F780006}" dt="2026-04-10T06:55:12.462" v="4899"/>
          <ac:spMkLst>
            <pc:docMk/>
            <pc:sldMk cId="3429819450" sldId="265"/>
            <ac:spMk id="6" creationId="{975E3E0C-1AF2-9AB7-0877-BCAA650A5616}"/>
          </ac:spMkLst>
        </pc:spChg>
        <pc:spChg chg="add del mod">
          <ac:chgData name="Mahi Chaudhary" userId="948538665c1d9df4" providerId="LiveId" clId="{87C6511C-F532-4C2D-8F2C-A3C76F780006}" dt="2026-04-10T06:57:02.807" v="4909" actId="478"/>
          <ac:spMkLst>
            <pc:docMk/>
            <pc:sldMk cId="3429819450" sldId="265"/>
            <ac:spMk id="7" creationId="{1B37F054-1221-722F-483B-F00B3493971A}"/>
          </ac:spMkLst>
        </pc:spChg>
      </pc:sldChg>
      <pc:sldChg chg="addSp delSp modSp mod">
        <pc:chgData name="Mahi Chaudhary" userId="948538665c1d9df4" providerId="LiveId" clId="{87C6511C-F532-4C2D-8F2C-A3C76F780006}" dt="2026-04-11T05:00:33.122" v="6298" actId="20577"/>
        <pc:sldMkLst>
          <pc:docMk/>
          <pc:sldMk cId="3715209513" sldId="266"/>
        </pc:sldMkLst>
        <pc:spChg chg="add del mod">
          <ac:chgData name="Mahi Chaudhary" userId="948538665c1d9df4" providerId="LiveId" clId="{87C6511C-F532-4C2D-8F2C-A3C76F780006}" dt="2026-04-11T05:00:33.122" v="6298" actId="20577"/>
          <ac:spMkLst>
            <pc:docMk/>
            <pc:sldMk cId="3715209513" sldId="266"/>
            <ac:spMk id="2" creationId="{33140733-8E58-A4C8-C37E-DFE4537C227B}"/>
          </ac:spMkLst>
        </pc:spChg>
        <pc:spChg chg="del mod">
          <ac:chgData name="Mahi Chaudhary" userId="948538665c1d9df4" providerId="LiveId" clId="{87C6511C-F532-4C2D-8F2C-A3C76F780006}" dt="2026-04-11T04:26:56.980" v="5678" actId="478"/>
          <ac:spMkLst>
            <pc:docMk/>
            <pc:sldMk cId="3715209513" sldId="266"/>
            <ac:spMk id="3" creationId="{B63455DF-C4B2-A682-B4EC-9A7198095A9D}"/>
          </ac:spMkLst>
        </pc:spChg>
        <pc:spChg chg="add del mod">
          <ac:chgData name="Mahi Chaudhary" userId="948538665c1d9df4" providerId="LiveId" clId="{87C6511C-F532-4C2D-8F2C-A3C76F780006}" dt="2026-04-11T04:23:34.333" v="5667" actId="478"/>
          <ac:spMkLst>
            <pc:docMk/>
            <pc:sldMk cId="3715209513" sldId="266"/>
            <ac:spMk id="6" creationId="{F4C05BB5-2929-5844-526C-99655E2FF021}"/>
          </ac:spMkLst>
        </pc:spChg>
        <pc:spChg chg="add del mod">
          <ac:chgData name="Mahi Chaudhary" userId="948538665c1d9df4" providerId="LiveId" clId="{87C6511C-F532-4C2D-8F2C-A3C76F780006}" dt="2026-04-11T04:27:04.063" v="5679" actId="478"/>
          <ac:spMkLst>
            <pc:docMk/>
            <pc:sldMk cId="3715209513" sldId="266"/>
            <ac:spMk id="8" creationId="{E5DB7AAB-A693-A2DB-10AC-C951EA399F5F}"/>
          </ac:spMkLst>
        </pc:spChg>
        <pc:graphicFrameChg chg="add del mod modGraphic">
          <ac:chgData name="Mahi Chaudhary" userId="948538665c1d9df4" providerId="LiveId" clId="{87C6511C-F532-4C2D-8F2C-A3C76F780006}" dt="2026-04-11T04:59:54.573" v="6269" actId="3680"/>
          <ac:graphicFrameMkLst>
            <pc:docMk/>
            <pc:sldMk cId="3715209513" sldId="266"/>
            <ac:graphicFrameMk id="9" creationId="{34C5AFF1-D2C4-81E2-E610-E07DD64E101C}"/>
          </ac:graphicFrameMkLst>
        </pc:graphicFrameChg>
        <pc:picChg chg="mod">
          <ac:chgData name="Mahi Chaudhary" userId="948538665c1d9df4" providerId="LiveId" clId="{87C6511C-F532-4C2D-8F2C-A3C76F780006}" dt="2026-04-11T04:21:30.727" v="5539" actId="14100"/>
          <ac:picMkLst>
            <pc:docMk/>
            <pc:sldMk cId="3715209513" sldId="266"/>
            <ac:picMk id="4" creationId="{C72573B1-9ABF-BB62-E9EC-653CC14D4831}"/>
          </ac:picMkLst>
        </pc:picChg>
      </pc:sldChg>
      <pc:sldChg chg="addSp delSp modSp mod">
        <pc:chgData name="Mahi Chaudhary" userId="948538665c1d9df4" providerId="LiveId" clId="{87C6511C-F532-4C2D-8F2C-A3C76F780006}" dt="2026-04-11T05:02:21.057" v="6349" actId="207"/>
        <pc:sldMkLst>
          <pc:docMk/>
          <pc:sldMk cId="4054659210" sldId="267"/>
        </pc:sldMkLst>
        <pc:spChg chg="del mod">
          <ac:chgData name="Mahi Chaudhary" userId="948538665c1d9df4" providerId="LiveId" clId="{87C6511C-F532-4C2D-8F2C-A3C76F780006}" dt="2026-04-10T06:58:28.549" v="4950" actId="478"/>
          <ac:spMkLst>
            <pc:docMk/>
            <pc:sldMk cId="4054659210" sldId="267"/>
            <ac:spMk id="2" creationId="{F1CD81AB-8451-A425-B078-6499D1FFD10F}"/>
          </ac:spMkLst>
        </pc:spChg>
        <pc:spChg chg="mod">
          <ac:chgData name="Mahi Chaudhary" userId="948538665c1d9df4" providerId="LiveId" clId="{87C6511C-F532-4C2D-8F2C-A3C76F780006}" dt="2026-04-11T05:02:21.057" v="6349" actId="207"/>
          <ac:spMkLst>
            <pc:docMk/>
            <pc:sldMk cId="4054659210" sldId="267"/>
            <ac:spMk id="3" creationId="{948AC15F-A7E2-F31F-4A53-A09C7E20B0FC}"/>
          </ac:spMkLst>
        </pc:spChg>
        <pc:spChg chg="add del mod">
          <ac:chgData name="Mahi Chaudhary" userId="948538665c1d9df4" providerId="LiveId" clId="{87C6511C-F532-4C2D-8F2C-A3C76F780006}" dt="2026-04-11T04:25:35.705" v="5675" actId="478"/>
          <ac:spMkLst>
            <pc:docMk/>
            <pc:sldMk cId="4054659210" sldId="267"/>
            <ac:spMk id="5" creationId="{417F98AF-922D-C37F-1E79-CC50AF76A9EB}"/>
          </ac:spMkLst>
        </pc:spChg>
      </pc:sldChg>
      <pc:sldChg chg="addSp delSp modSp new mod">
        <pc:chgData name="Mahi Chaudhary" userId="948538665c1d9df4" providerId="LiveId" clId="{87C6511C-F532-4C2D-8F2C-A3C76F780006}" dt="2026-04-10T06:45:21.687" v="4841" actId="20577"/>
        <pc:sldMkLst>
          <pc:docMk/>
          <pc:sldMk cId="1109457200" sldId="268"/>
        </pc:sldMkLst>
        <pc:spChg chg="mod">
          <ac:chgData name="Mahi Chaudhary" userId="948538665c1d9df4" providerId="LiveId" clId="{87C6511C-F532-4C2D-8F2C-A3C76F780006}" dt="2026-04-10T06:35:25.858" v="4433" actId="20577"/>
          <ac:spMkLst>
            <pc:docMk/>
            <pc:sldMk cId="1109457200" sldId="268"/>
            <ac:spMk id="2" creationId="{78B22CB7-5D1E-EAAD-EB14-735138AFCECC}"/>
          </ac:spMkLst>
        </pc:spChg>
        <pc:spChg chg="del mod">
          <ac:chgData name="Mahi Chaudhary" userId="948538665c1d9df4" providerId="LiveId" clId="{87C6511C-F532-4C2D-8F2C-A3C76F780006}" dt="2026-04-10T05:33:49.568" v="3086"/>
          <ac:spMkLst>
            <pc:docMk/>
            <pc:sldMk cId="1109457200" sldId="268"/>
            <ac:spMk id="3" creationId="{12DAC8C0-C265-C465-5983-79284F6C52B4}"/>
          </ac:spMkLst>
        </pc:spChg>
        <pc:spChg chg="add mod">
          <ac:chgData name="Mahi Chaudhary" userId="948538665c1d9df4" providerId="LiveId" clId="{87C6511C-F532-4C2D-8F2C-A3C76F780006}" dt="2026-04-10T06:45:21.687" v="4841" actId="20577"/>
          <ac:spMkLst>
            <pc:docMk/>
            <pc:sldMk cId="1109457200" sldId="268"/>
            <ac:spMk id="5" creationId="{C2F6A7B6-9EF4-84C2-AA10-383189BE49A9}"/>
          </ac:spMkLst>
        </pc:spChg>
        <pc:spChg chg="add del mod">
          <ac:chgData name="Mahi Chaudhary" userId="948538665c1d9df4" providerId="LiveId" clId="{87C6511C-F532-4C2D-8F2C-A3C76F780006}" dt="2026-04-10T06:31:00.552" v="4424" actId="478"/>
          <ac:spMkLst>
            <pc:docMk/>
            <pc:sldMk cId="1109457200" sldId="268"/>
            <ac:spMk id="14" creationId="{7B63DF96-E6C4-37CF-4567-C568F557DCE7}"/>
          </ac:spMkLst>
        </pc:spChg>
        <pc:picChg chg="add mod">
          <ac:chgData name="Mahi Chaudhary" userId="948538665c1d9df4" providerId="LiveId" clId="{87C6511C-F532-4C2D-8F2C-A3C76F780006}" dt="2026-04-10T06:07:12.921" v="4100" actId="1076"/>
          <ac:picMkLst>
            <pc:docMk/>
            <pc:sldMk cId="1109457200" sldId="268"/>
            <ac:picMk id="4" creationId="{E4D741A2-192B-E8C6-8A6C-0B10EBB38BBD}"/>
          </ac:picMkLst>
        </pc:picChg>
        <pc:cxnChg chg="add mod">
          <ac:chgData name="Mahi Chaudhary" userId="948538665c1d9df4" providerId="LiveId" clId="{87C6511C-F532-4C2D-8F2C-A3C76F780006}" dt="2026-04-10T06:43:20.189" v="4777" actId="14100"/>
          <ac:cxnSpMkLst>
            <pc:docMk/>
            <pc:sldMk cId="1109457200" sldId="268"/>
            <ac:cxnSpMk id="7" creationId="{0D19311A-30C1-6F62-C9B9-AB87436B2E30}"/>
          </ac:cxnSpMkLst>
        </pc:cxnChg>
        <pc:cxnChg chg="add mod">
          <ac:chgData name="Mahi Chaudhary" userId="948538665c1d9df4" providerId="LiveId" clId="{87C6511C-F532-4C2D-8F2C-A3C76F780006}" dt="2026-04-10T06:43:37.167" v="4779" actId="14100"/>
          <ac:cxnSpMkLst>
            <pc:docMk/>
            <pc:sldMk cId="1109457200" sldId="268"/>
            <ac:cxnSpMk id="10" creationId="{CE3442C5-3323-3A95-5E10-B42B9D6C557C}"/>
          </ac:cxnSpMkLst>
        </pc:cxnChg>
      </pc:sldChg>
      <pc:sldChg chg="new del">
        <pc:chgData name="Mahi Chaudhary" userId="948538665c1d9df4" providerId="LiveId" clId="{87C6511C-F532-4C2D-8F2C-A3C76F780006}" dt="2026-04-10T04:19:40.722" v="3058" actId="47"/>
        <pc:sldMkLst>
          <pc:docMk/>
          <pc:sldMk cId="4174332125" sldId="268"/>
        </pc:sldMkLst>
      </pc:sldChg>
      <pc:sldChg chg="addSp delSp modSp new mod">
        <pc:chgData name="Mahi Chaudhary" userId="948538665c1d9df4" providerId="LiveId" clId="{87C6511C-F532-4C2D-8F2C-A3C76F780006}" dt="2026-04-11T03:53:53.909" v="5378" actId="11529"/>
        <pc:sldMkLst>
          <pc:docMk/>
          <pc:sldMk cId="1412653755" sldId="269"/>
        </pc:sldMkLst>
        <pc:spChg chg="del mod">
          <ac:chgData name="Mahi Chaudhary" userId="948538665c1d9df4" providerId="LiveId" clId="{87C6511C-F532-4C2D-8F2C-A3C76F780006}" dt="2026-04-11T03:28:37.093" v="5305" actId="478"/>
          <ac:spMkLst>
            <pc:docMk/>
            <pc:sldMk cId="1412653755" sldId="269"/>
            <ac:spMk id="2" creationId="{172AEFC1-2E9E-4206-1DDE-14DC42827570}"/>
          </ac:spMkLst>
        </pc:spChg>
        <pc:spChg chg="del mod">
          <ac:chgData name="Mahi Chaudhary" userId="948538665c1d9df4" providerId="LiveId" clId="{87C6511C-F532-4C2D-8F2C-A3C76F780006}" dt="2026-04-11T03:28:40.897" v="5307" actId="478"/>
          <ac:spMkLst>
            <pc:docMk/>
            <pc:sldMk cId="1412653755" sldId="269"/>
            <ac:spMk id="3" creationId="{35577B59-CB11-5D69-AE87-D9B63CC49BEC}"/>
          </ac:spMkLst>
        </pc:spChg>
        <pc:picChg chg="add mod">
          <ac:chgData name="Mahi Chaudhary" userId="948538665c1d9df4" providerId="LiveId" clId="{87C6511C-F532-4C2D-8F2C-A3C76F780006}" dt="2026-04-11T03:28:53.550" v="5308"/>
          <ac:picMkLst>
            <pc:docMk/>
            <pc:sldMk cId="1412653755" sldId="269"/>
            <ac:picMk id="4" creationId="{DAA2C724-1B86-66E6-10B8-CC37EA235766}"/>
          </ac:picMkLst>
        </pc:picChg>
        <pc:picChg chg="add mod">
          <ac:chgData name="Mahi Chaudhary" userId="948538665c1d9df4" providerId="LiveId" clId="{87C6511C-F532-4C2D-8F2C-A3C76F780006}" dt="2026-04-11T03:35:58.771" v="5318" actId="14100"/>
          <ac:picMkLst>
            <pc:docMk/>
            <pc:sldMk cId="1412653755" sldId="269"/>
            <ac:picMk id="6" creationId="{0E6E0D6B-8227-A1C5-0D3F-AD53D76F010C}"/>
          </ac:picMkLst>
        </pc:picChg>
        <pc:picChg chg="add mod">
          <ac:chgData name="Mahi Chaudhary" userId="948538665c1d9df4" providerId="LiveId" clId="{87C6511C-F532-4C2D-8F2C-A3C76F780006}" dt="2026-04-11T03:53:27.133" v="5374" actId="14100"/>
          <ac:picMkLst>
            <pc:docMk/>
            <pc:sldMk cId="1412653755" sldId="269"/>
            <ac:picMk id="8" creationId="{29ED6DE6-723A-2CB4-0BC8-6AE716A797C4}"/>
          </ac:picMkLst>
        </pc:picChg>
        <pc:picChg chg="add mod">
          <ac:chgData name="Mahi Chaudhary" userId="948538665c1d9df4" providerId="LiveId" clId="{87C6511C-F532-4C2D-8F2C-A3C76F780006}" dt="2026-04-11T03:53:18.970" v="5373" actId="14100"/>
          <ac:picMkLst>
            <pc:docMk/>
            <pc:sldMk cId="1412653755" sldId="269"/>
            <ac:picMk id="10" creationId="{862AF874-C5D2-8F01-586A-A025A3CCFE87}"/>
          </ac:picMkLst>
        </pc:picChg>
        <pc:picChg chg="add mod">
          <ac:chgData name="Mahi Chaudhary" userId="948538665c1d9df4" providerId="LiveId" clId="{87C6511C-F532-4C2D-8F2C-A3C76F780006}" dt="2026-04-11T03:52:36.885" v="5365" actId="1076"/>
          <ac:picMkLst>
            <pc:docMk/>
            <pc:sldMk cId="1412653755" sldId="269"/>
            <ac:picMk id="12" creationId="{38ED704A-F776-540E-7794-AED79D158AB7}"/>
          </ac:picMkLst>
        </pc:picChg>
        <pc:cxnChg chg="add mod">
          <ac:chgData name="Mahi Chaudhary" userId="948538665c1d9df4" providerId="LiveId" clId="{87C6511C-F532-4C2D-8F2C-A3C76F780006}" dt="2026-04-11T03:51:55.245" v="5360" actId="1076"/>
          <ac:cxnSpMkLst>
            <pc:docMk/>
            <pc:sldMk cId="1412653755" sldId="269"/>
            <ac:cxnSpMk id="14" creationId="{0612754D-B5AC-5B1D-A3AC-ACBDEB5047BF}"/>
          </ac:cxnSpMkLst>
        </pc:cxnChg>
        <pc:cxnChg chg="add del mod">
          <ac:chgData name="Mahi Chaudhary" userId="948538665c1d9df4" providerId="LiveId" clId="{87C6511C-F532-4C2D-8F2C-A3C76F780006}" dt="2026-04-11T03:53:34.822" v="5376" actId="478"/>
          <ac:cxnSpMkLst>
            <pc:docMk/>
            <pc:sldMk cId="1412653755" sldId="269"/>
            <ac:cxnSpMk id="18" creationId="{0F358B2E-BA54-FBFF-D8C4-73DD6E4D1D34}"/>
          </ac:cxnSpMkLst>
        </pc:cxnChg>
        <pc:cxnChg chg="add">
          <ac:chgData name="Mahi Chaudhary" userId="948538665c1d9df4" providerId="LiveId" clId="{87C6511C-F532-4C2D-8F2C-A3C76F780006}" dt="2026-04-11T03:53:41.655" v="5377" actId="11529"/>
          <ac:cxnSpMkLst>
            <pc:docMk/>
            <pc:sldMk cId="1412653755" sldId="269"/>
            <ac:cxnSpMk id="20" creationId="{0C6B5ACD-9AA1-83EB-7271-53D811B38C52}"/>
          </ac:cxnSpMkLst>
        </pc:cxnChg>
        <pc:cxnChg chg="add">
          <ac:chgData name="Mahi Chaudhary" userId="948538665c1d9df4" providerId="LiveId" clId="{87C6511C-F532-4C2D-8F2C-A3C76F780006}" dt="2026-04-11T03:53:53.909" v="5378" actId="11529"/>
          <ac:cxnSpMkLst>
            <pc:docMk/>
            <pc:sldMk cId="1412653755" sldId="269"/>
            <ac:cxnSpMk id="22" creationId="{66CF9DC0-7AC5-9268-F92E-34F3DFD98DAF}"/>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1B9097-E85D-4CF8-9255-9935DE0993C4}" type="datetimeFigureOut">
              <a:rPr lang="en-US" smtClean="0"/>
              <a:t>4/11/2026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0DD7B-3341-4CAB-AE1D-CE18F97B84E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4/11/2026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searchgate.net/371661" TargetMode="External"/><Relationship Id="rId2" Type="http://schemas.openxmlformats.org/officeDocument/2006/relationships/hyperlink" Target="https://doi.org/1.5281/zenodo.711761" TargetMode="Externa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381000"/>
            <a:ext cx="7620000" cy="3962400"/>
          </a:xfrm>
        </p:spPr>
        <p:txBody>
          <a:bodyPr>
            <a:normAutofit/>
          </a:bodyPr>
          <a:lstStyle/>
          <a:p>
            <a:pPr algn="ctr"/>
            <a:r>
              <a:rPr lang="en-US" sz="3200" b="1" dirty="0"/>
              <a:t> 1</a:t>
            </a:r>
            <a:r>
              <a:rPr lang="en-US" sz="3200" b="1" baseline="30000" dirty="0"/>
              <a:t>st</a:t>
            </a:r>
            <a:r>
              <a:rPr lang="en-US" sz="3200" b="1" dirty="0"/>
              <a:t> National conference on Emerging Trends in Computer Science and Technology</a:t>
            </a:r>
            <a:br>
              <a:rPr lang="en-US" sz="3200" b="1" dirty="0"/>
            </a:br>
            <a:r>
              <a:rPr lang="en-US" sz="3200" b="1" dirty="0"/>
              <a:t>In-2026</a:t>
            </a:r>
            <a:br>
              <a:rPr lang="en-US" sz="3200" b="1" dirty="0"/>
            </a:br>
            <a:r>
              <a:rPr lang="en-US" sz="2800" b="1" dirty="0">
                <a:solidFill>
                  <a:srgbClr val="0070C0"/>
                </a:solidFill>
              </a:rPr>
              <a:t>Buddha Institute of  Technology </a:t>
            </a:r>
            <a:br>
              <a:rPr lang="en-US" sz="2800" b="1" dirty="0">
                <a:solidFill>
                  <a:srgbClr val="0070C0"/>
                </a:solidFill>
              </a:rPr>
            </a:br>
            <a:r>
              <a:rPr lang="en-US" sz="2800" b="1" dirty="0">
                <a:solidFill>
                  <a:srgbClr val="0070C0"/>
                </a:solidFill>
              </a:rPr>
              <a:t>GIDA, Gorakhpur </a:t>
            </a:r>
            <a:br>
              <a:rPr lang="en-US" sz="2800" b="1" dirty="0">
                <a:solidFill>
                  <a:srgbClr val="0070C0"/>
                </a:solidFill>
              </a:rPr>
            </a:br>
            <a:r>
              <a:rPr lang="en-IN" sz="2800" b="1" dirty="0"/>
              <a:t>Date of Conference:  9</a:t>
            </a:r>
            <a:r>
              <a:rPr lang="en-IN" sz="2800" b="1" baseline="30000" dirty="0"/>
              <a:t>th</a:t>
            </a:r>
            <a:r>
              <a:rPr lang="en-IN" sz="2800" b="1" dirty="0"/>
              <a:t> April-11</a:t>
            </a:r>
            <a:r>
              <a:rPr lang="en-IN" sz="2800" b="1" baseline="30000" dirty="0"/>
              <a:t>th</a:t>
            </a:r>
            <a:r>
              <a:rPr lang="en-IN" sz="2800" b="1" dirty="0"/>
              <a:t> April,2026</a:t>
            </a:r>
            <a:endParaRPr lang="en-US" dirty="0"/>
          </a:p>
        </p:txBody>
      </p:sp>
      <p:sp>
        <p:nvSpPr>
          <p:cNvPr id="3" name="Subtitle 2"/>
          <p:cNvSpPr>
            <a:spLocks noGrp="1"/>
          </p:cNvSpPr>
          <p:nvPr>
            <p:ph type="subTitle" idx="1"/>
          </p:nvPr>
        </p:nvSpPr>
        <p:spPr>
          <a:xfrm>
            <a:off x="1295400" y="3581400"/>
            <a:ext cx="7848600" cy="4114800"/>
          </a:xfrm>
        </p:spPr>
        <p:txBody>
          <a:bodyPr>
            <a:normAutofit/>
          </a:bodyPr>
          <a:lstStyle/>
          <a:p>
            <a:r>
              <a:rPr lang="en-IN" altLang="en-US" b="1" dirty="0">
                <a:solidFill>
                  <a:schemeClr val="tx1"/>
                </a:solidFill>
              </a:rPr>
              <a:t>                   </a:t>
            </a:r>
            <a:r>
              <a:rPr lang="en-US" altLang="en-US" sz="2400" b="1" dirty="0">
                <a:solidFill>
                  <a:schemeClr val="tx1"/>
                </a:solidFill>
              </a:rPr>
              <a:t>Digital Queue Manager</a:t>
            </a:r>
          </a:p>
          <a:p>
            <a:r>
              <a:rPr lang="en-US" sz="2000" dirty="0">
                <a:solidFill>
                  <a:schemeClr val="tx1"/>
                </a:solidFill>
                <a:latin typeface="Arial" panose="020B0604020202020204" pitchFamily="34" charset="0"/>
                <a:cs typeface="Arial" panose="020B0604020202020204" pitchFamily="34" charset="0"/>
              </a:rPr>
              <a:t>                                Name: Mahi Chaudhary</a:t>
            </a:r>
          </a:p>
          <a:p>
            <a:r>
              <a:rPr lang="en-US" sz="2000" dirty="0">
                <a:solidFill>
                  <a:schemeClr val="tx1"/>
                </a:solidFill>
                <a:latin typeface="Arial" panose="020B0604020202020204" pitchFamily="34" charset="0"/>
                <a:cs typeface="Arial" panose="020B0604020202020204" pitchFamily="34" charset="0"/>
              </a:rPr>
              <a:t>                                    2405250130035</a:t>
            </a:r>
          </a:p>
          <a:p>
            <a:r>
              <a:rPr lang="en-US" sz="2000" dirty="0">
                <a:solidFill>
                  <a:schemeClr val="tx1"/>
                </a:solidFill>
                <a:latin typeface="Arial" panose="020B0604020202020204" pitchFamily="34" charset="0"/>
                <a:cs typeface="Arial" panose="020B0604020202020204" pitchFamily="34" charset="0"/>
              </a:rPr>
              <a:t>                              Branch: Information Technology</a:t>
            </a:r>
          </a:p>
          <a:p>
            <a:r>
              <a:rPr lang="en-US" sz="2000" dirty="0">
                <a:solidFill>
                  <a:schemeClr val="tx1"/>
                </a:solidFill>
                <a:latin typeface="Arial" panose="020B0604020202020204" pitchFamily="34" charset="0"/>
                <a:cs typeface="Arial" panose="020B0604020202020204" pitchFamily="34" charset="0"/>
              </a:rPr>
              <a:t>                                          Year:2</a:t>
            </a:r>
            <a:r>
              <a:rPr lang="en-US" sz="2000" baseline="30000" dirty="0">
                <a:solidFill>
                  <a:schemeClr val="tx1"/>
                </a:solidFill>
                <a:latin typeface="Arial" panose="020B0604020202020204" pitchFamily="34" charset="0"/>
                <a:cs typeface="Arial" panose="020B0604020202020204" pitchFamily="34" charset="0"/>
              </a:rPr>
              <a:t>nd</a:t>
            </a:r>
          </a:p>
          <a:p>
            <a:r>
              <a:rPr lang="en-US" sz="2000" baseline="30000" dirty="0">
                <a:solidFill>
                  <a:schemeClr val="tx1"/>
                </a:solidFill>
                <a:latin typeface="Arial" panose="020B0604020202020204" pitchFamily="34" charset="0"/>
                <a:cs typeface="Arial" panose="020B0604020202020204" pitchFamily="34" charset="0"/>
              </a:rPr>
              <a:t>                                            </a:t>
            </a:r>
            <a:r>
              <a:rPr lang="en-US" sz="3200" baseline="30000" dirty="0">
                <a:solidFill>
                  <a:schemeClr val="tx1"/>
                </a:solidFill>
                <a:latin typeface="Arial" panose="020B0604020202020204" pitchFamily="34" charset="0"/>
                <a:cs typeface="Arial" panose="020B0604020202020204" pitchFamily="34" charset="0"/>
              </a:rPr>
              <a:t>Guide name: Ritesh Sharma</a:t>
            </a:r>
          </a:p>
          <a:p>
            <a:r>
              <a:rPr lang="en-US" sz="3200" baseline="30000" dirty="0">
                <a:solidFill>
                  <a:schemeClr val="tx1"/>
                </a:solidFill>
                <a:latin typeface="Arial" panose="020B0604020202020204" pitchFamily="34" charset="0"/>
                <a:cs typeface="Arial" panose="020B0604020202020204" pitchFamily="34" charset="0"/>
              </a:rPr>
              <a:t>                                  (Assistant Professor)</a:t>
            </a:r>
          </a:p>
          <a:p>
            <a:endParaRPr lang="en-US" sz="2000" baseline="30000" dirty="0">
              <a:solidFill>
                <a:schemeClr val="tx1"/>
              </a:solidFill>
              <a:latin typeface="Arial" panose="020B0604020202020204" pitchFamily="34" charset="0"/>
              <a:cs typeface="Arial" panose="020B0604020202020204" pitchFamily="34" charset="0"/>
            </a:endParaRPr>
          </a:p>
          <a:p>
            <a:r>
              <a:rPr lang="en-US" sz="2000" baseline="30000" dirty="0">
                <a:solidFill>
                  <a:schemeClr val="tx1"/>
                </a:solidFill>
                <a:latin typeface="Arial" panose="020B0604020202020204" pitchFamily="34" charset="0"/>
                <a:cs typeface="Arial" panose="020B0604020202020204" pitchFamily="34" charset="0"/>
              </a:rPr>
              <a:t>                                                </a:t>
            </a:r>
            <a:endParaRPr lang="en-US" sz="2000" dirty="0">
              <a:solidFill>
                <a:schemeClr val="tx1"/>
              </a:solidFill>
              <a:latin typeface="Arial" panose="020B0604020202020204" pitchFamily="34" charset="0"/>
              <a:cs typeface="Arial" panose="020B0604020202020204" pitchFamily="34" charset="0"/>
            </a:endParaRPr>
          </a:p>
          <a:p>
            <a:endParaRPr lang="en-US" dirty="0"/>
          </a:p>
        </p:txBody>
      </p:sp>
      <p:pic>
        <p:nvPicPr>
          <p:cNvPr id="5" name="Picture 4"/>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228600" y="533401"/>
            <a:ext cx="1610544" cy="1371600"/>
          </a:xfrm>
          <a:prstGeom prst="rect">
            <a:avLst/>
          </a:prstGeom>
        </p:spPr>
      </p:pic>
      <p:sp>
        <p:nvSpPr>
          <p:cNvPr id="6" name="Subtitle 2"/>
          <p:cNvSpPr txBox="1">
            <a:spLocks/>
          </p:cNvSpPr>
          <p:nvPr/>
        </p:nvSpPr>
        <p:spPr>
          <a:xfrm>
            <a:off x="1524000" y="5029200"/>
            <a:ext cx="7406640" cy="1295400"/>
          </a:xfrm>
          <a:prstGeom prst="rect">
            <a:avLst/>
          </a:prstGeom>
        </p:spPr>
        <p:txBody>
          <a:bodyPr tIns="0">
            <a:normAutofit/>
          </a:bodyPr>
          <a:lstStyle/>
          <a:p>
            <a:pPr marL="27432" marR="0" lvl="0" indent="0" algn="l" defTabSz="914400" rtl="0" eaLnBrk="1" fontAlgn="auto" latinLnBrk="0" hangingPunct="1">
              <a:lnSpc>
                <a:spcPct val="100000"/>
              </a:lnSpc>
              <a:spcBef>
                <a:spcPts val="600"/>
              </a:spcBef>
              <a:spcAft>
                <a:spcPts val="0"/>
              </a:spcAft>
              <a:buClr>
                <a:schemeClr val="accent1"/>
              </a:buClr>
              <a:buSzPct val="80000"/>
              <a:buFont typeface="Wingdings 2"/>
              <a:buNone/>
              <a:tabLst/>
              <a:defRPr/>
            </a:pPr>
            <a:endParaRPr kumimoji="0" lang="en-US" sz="2600" b="0" i="0" u="none" strike="noStrike" kern="1200" cap="none" spc="0" normalizeH="0" baseline="0" noProof="0" dirty="0">
              <a:ln>
                <a:noFill/>
              </a:ln>
              <a:solidFill>
                <a:schemeClr val="tx2">
                  <a:shade val="30000"/>
                  <a:satMod val="150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4800"/>
            <a:ext cx="7406640" cy="783102"/>
          </a:xfrm>
        </p:spPr>
        <p:txBody>
          <a:bodyPr/>
          <a:lstStyle/>
          <a:p>
            <a:r>
              <a:rPr lang="en-US" dirty="0">
                <a:solidFill>
                  <a:srgbClr val="0070C0"/>
                </a:solidFill>
              </a:rPr>
              <a:t>Contents</a:t>
            </a:r>
            <a:endParaRPr lang="en-US" dirty="0"/>
          </a:p>
        </p:txBody>
      </p:sp>
      <p:sp>
        <p:nvSpPr>
          <p:cNvPr id="3" name="Subtitle 2"/>
          <p:cNvSpPr>
            <a:spLocks noGrp="1"/>
          </p:cNvSpPr>
          <p:nvPr>
            <p:ph type="subTitle" idx="1"/>
          </p:nvPr>
        </p:nvSpPr>
        <p:spPr>
          <a:xfrm>
            <a:off x="1524000" y="1562100"/>
            <a:ext cx="7406640" cy="3733800"/>
          </a:xfrm>
        </p:spPr>
        <p:txBody>
          <a:bodyPr>
            <a:noAutofit/>
          </a:bodyPr>
          <a:lstStyle/>
          <a:p>
            <a:pPr>
              <a:spcBef>
                <a:spcPts val="1200"/>
              </a:spcBef>
              <a:buFont typeface="Arial" panose="020B0604020202020204" pitchFamily="34" charset="0"/>
              <a:buChar char="•"/>
              <a:defRPr/>
            </a:pPr>
            <a:r>
              <a:rPr lang="en-US" sz="2000" dirty="0">
                <a:solidFill>
                  <a:schemeClr val="tx2">
                    <a:lumMod val="75000"/>
                  </a:schemeClr>
                </a:solidFill>
              </a:rPr>
              <a:t>Introduction</a:t>
            </a:r>
          </a:p>
          <a:p>
            <a:pPr>
              <a:spcBef>
                <a:spcPts val="1200"/>
              </a:spcBef>
              <a:buFont typeface="Arial" panose="020B0604020202020204" pitchFamily="34" charset="0"/>
              <a:buChar char="•"/>
              <a:defRPr/>
            </a:pPr>
            <a:r>
              <a:rPr lang="en-IN" sz="2000" dirty="0"/>
              <a:t>Problem Statement</a:t>
            </a:r>
          </a:p>
          <a:p>
            <a:pPr>
              <a:spcBef>
                <a:spcPts val="1200"/>
              </a:spcBef>
              <a:buFont typeface="Arial" panose="020B0604020202020204" pitchFamily="34" charset="0"/>
              <a:buChar char="•"/>
              <a:defRPr/>
            </a:pPr>
            <a:r>
              <a:rPr lang="en-IN" sz="2000" dirty="0"/>
              <a:t>Objectives</a:t>
            </a:r>
            <a:endParaRPr lang="en-US" sz="2000" dirty="0">
              <a:solidFill>
                <a:schemeClr val="tx2">
                  <a:lumMod val="75000"/>
                </a:schemeClr>
              </a:solidFill>
            </a:endParaRPr>
          </a:p>
          <a:p>
            <a:pPr>
              <a:spcBef>
                <a:spcPts val="1200"/>
              </a:spcBef>
              <a:buFont typeface="Arial" panose="020B0604020202020204" pitchFamily="34" charset="0"/>
              <a:buChar char="•"/>
              <a:defRPr/>
            </a:pPr>
            <a:r>
              <a:rPr lang="en-US" sz="2000" dirty="0">
                <a:solidFill>
                  <a:schemeClr val="tx2">
                    <a:lumMod val="75000"/>
                  </a:schemeClr>
                </a:solidFill>
              </a:rPr>
              <a:t>Literature Survey</a:t>
            </a:r>
          </a:p>
          <a:p>
            <a:pPr>
              <a:spcBef>
                <a:spcPts val="1200"/>
              </a:spcBef>
              <a:buFont typeface="Arial" panose="020B0604020202020204" pitchFamily="34" charset="0"/>
              <a:buChar char="•"/>
              <a:defRPr/>
            </a:pPr>
            <a:r>
              <a:rPr lang="en-US" sz="2000" dirty="0">
                <a:solidFill>
                  <a:schemeClr val="tx2">
                    <a:lumMod val="75000"/>
                  </a:schemeClr>
                </a:solidFill>
              </a:rPr>
              <a:t>Proposed Solution / Methodology</a:t>
            </a:r>
          </a:p>
          <a:p>
            <a:pPr>
              <a:spcBef>
                <a:spcPts val="1200"/>
              </a:spcBef>
              <a:buFont typeface="Arial" panose="020B0604020202020204" pitchFamily="34" charset="0"/>
              <a:buChar char="•"/>
              <a:defRPr/>
            </a:pPr>
            <a:r>
              <a:rPr lang="en-US" sz="2000" dirty="0">
                <a:solidFill>
                  <a:schemeClr val="tx2">
                    <a:lumMod val="75000"/>
                  </a:schemeClr>
                </a:solidFill>
              </a:rPr>
              <a:t>Results &amp; Analysis</a:t>
            </a:r>
          </a:p>
          <a:p>
            <a:pPr>
              <a:spcBef>
                <a:spcPts val="1200"/>
              </a:spcBef>
              <a:buFont typeface="Arial" panose="020B0604020202020204" pitchFamily="34" charset="0"/>
              <a:buChar char="•"/>
              <a:defRPr/>
            </a:pPr>
            <a:r>
              <a:rPr lang="en-US" sz="2000" dirty="0">
                <a:solidFill>
                  <a:schemeClr val="tx2">
                    <a:lumMod val="75000"/>
                  </a:schemeClr>
                </a:solidFill>
              </a:rPr>
              <a:t>Conclusion &amp; Future Work</a:t>
            </a:r>
          </a:p>
          <a:p>
            <a:pPr>
              <a:spcBef>
                <a:spcPts val="1200"/>
              </a:spcBef>
              <a:buFont typeface="Arial" panose="020B0604020202020204" pitchFamily="34" charset="0"/>
              <a:buChar char="•"/>
              <a:defRPr/>
            </a:pPr>
            <a:r>
              <a:rPr lang="en-US" sz="2000" dirty="0">
                <a:solidFill>
                  <a:schemeClr val="tx2">
                    <a:lumMod val="75000"/>
                  </a:schemeClr>
                </a:solidFill>
              </a:rPr>
              <a:t>Acknowledgements</a:t>
            </a:r>
          </a:p>
          <a:p>
            <a:pPr>
              <a:spcBef>
                <a:spcPts val="1200"/>
              </a:spcBef>
              <a:buFont typeface="Arial" panose="020B0604020202020204" pitchFamily="34" charset="0"/>
              <a:buChar char="•"/>
              <a:defRPr/>
            </a:pPr>
            <a:r>
              <a:rPr lang="en-US" sz="2000" dirty="0">
                <a:solidFill>
                  <a:schemeClr val="tx2">
                    <a:lumMod val="75000"/>
                  </a:schemeClr>
                </a:solidFill>
              </a:rPr>
              <a:t>References</a:t>
            </a:r>
          </a:p>
          <a:p>
            <a:endParaRPr lang="en-US" sz="2000" dirty="0"/>
          </a:p>
        </p:txBody>
      </p:sp>
      <p:pic>
        <p:nvPicPr>
          <p:cNvPr id="4" name="Picture 3"/>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38869"/>
            <a:ext cx="1563130" cy="140901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0559977-E414-C595-0F18-3149442F794F}"/>
              </a:ext>
            </a:extLst>
          </p:cNvPr>
          <p:cNvSpPr/>
          <p:nvPr/>
        </p:nvSpPr>
        <p:spPr>
          <a:xfrm>
            <a:off x="1074420" y="2445726"/>
            <a:ext cx="2682240" cy="38936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p:cNvSpPr>
            <a:spLocks noGrp="1"/>
          </p:cNvSpPr>
          <p:nvPr>
            <p:ph type="ctrTitle"/>
          </p:nvPr>
        </p:nvSpPr>
        <p:spPr>
          <a:xfrm>
            <a:off x="1432560" y="518664"/>
            <a:ext cx="3520440" cy="624335"/>
          </a:xfrm>
        </p:spPr>
        <p:txBody>
          <a:bodyPr>
            <a:noAutofit/>
          </a:bodyPr>
          <a:lstStyle/>
          <a:p>
            <a:r>
              <a:rPr lang="en-US" dirty="0"/>
              <a:t>Introduction</a:t>
            </a:r>
          </a:p>
        </p:txBody>
      </p:sp>
      <p:sp>
        <p:nvSpPr>
          <p:cNvPr id="3" name="Subtitle 2"/>
          <p:cNvSpPr>
            <a:spLocks noGrp="1"/>
          </p:cNvSpPr>
          <p:nvPr>
            <p:ph type="subTitle" idx="1"/>
          </p:nvPr>
        </p:nvSpPr>
        <p:spPr>
          <a:xfrm>
            <a:off x="1143000" y="2590800"/>
            <a:ext cx="2438400" cy="990600"/>
          </a:xfrm>
        </p:spPr>
        <p:txBody>
          <a:bodyPr/>
          <a:lstStyle/>
          <a:p>
            <a:r>
              <a:rPr lang="en-IN" dirty="0"/>
              <a:t>• </a:t>
            </a:r>
            <a:r>
              <a:rPr lang="en-IN" sz="2400" dirty="0"/>
              <a:t>Background</a:t>
            </a:r>
            <a:endParaRPr lang="en-IN" sz="2000" dirty="0"/>
          </a:p>
        </p:txBody>
      </p:sp>
      <p:pic>
        <p:nvPicPr>
          <p:cNvPr id="4" name="Picture 3"/>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Rectangle 1">
            <a:extLst>
              <a:ext uri="{FF2B5EF4-FFF2-40B4-BE49-F238E27FC236}">
                <a16:creationId xmlns:a16="http://schemas.microsoft.com/office/drawing/2014/main" id="{8C2A2CA1-2E72-52CD-EFE1-9B58FCB21CDC}"/>
              </a:ext>
            </a:extLst>
          </p:cNvPr>
          <p:cNvSpPr>
            <a:spLocks noChangeArrowheads="1"/>
          </p:cNvSpPr>
          <p:nvPr/>
        </p:nvSpPr>
        <p:spPr bwMode="auto">
          <a:xfrm>
            <a:off x="1143000" y="3069072"/>
            <a:ext cx="275844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Hospitals often face challenges in managing patient flow efficiently due to manual queue systems. Long waiting times, lack of real-time updates, and overcrowding lead to patient dissatisfaction and operational inefficiencies. </a:t>
            </a:r>
          </a:p>
        </p:txBody>
      </p:sp>
      <p:sp>
        <p:nvSpPr>
          <p:cNvPr id="13" name="Title 1">
            <a:extLst>
              <a:ext uri="{FF2B5EF4-FFF2-40B4-BE49-F238E27FC236}">
                <a16:creationId xmlns:a16="http://schemas.microsoft.com/office/drawing/2014/main" id="{2936E32C-8F1B-B50F-9DDB-8EDC4DDD008D}"/>
              </a:ext>
            </a:extLst>
          </p:cNvPr>
          <p:cNvSpPr txBox="1">
            <a:spLocks/>
          </p:cNvSpPr>
          <p:nvPr/>
        </p:nvSpPr>
        <p:spPr>
          <a:xfrm>
            <a:off x="1432560" y="-429699"/>
            <a:ext cx="7406640" cy="658299"/>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endParaRPr lang="en-US" dirty="0"/>
          </a:p>
        </p:txBody>
      </p:sp>
      <p:sp>
        <p:nvSpPr>
          <p:cNvPr id="15" name="Rectangle: Rounded Corners 14">
            <a:extLst>
              <a:ext uri="{FF2B5EF4-FFF2-40B4-BE49-F238E27FC236}">
                <a16:creationId xmlns:a16="http://schemas.microsoft.com/office/drawing/2014/main" id="{6E1DEF80-1177-DC5C-238C-A7A521361BE7}"/>
              </a:ext>
            </a:extLst>
          </p:cNvPr>
          <p:cNvSpPr/>
          <p:nvPr/>
        </p:nvSpPr>
        <p:spPr>
          <a:xfrm>
            <a:off x="3836672" y="1142999"/>
            <a:ext cx="2811780" cy="33489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2">
            <a:extLst>
              <a:ext uri="{FF2B5EF4-FFF2-40B4-BE49-F238E27FC236}">
                <a16:creationId xmlns:a16="http://schemas.microsoft.com/office/drawing/2014/main" id="{90D2A6E1-1EBD-1138-96DE-C92890076F0B}"/>
              </a:ext>
            </a:extLst>
          </p:cNvPr>
          <p:cNvSpPr>
            <a:spLocks noChangeArrowheads="1"/>
          </p:cNvSpPr>
          <p:nvPr/>
        </p:nvSpPr>
        <p:spPr bwMode="auto">
          <a:xfrm>
            <a:off x="3901440" y="1100531"/>
            <a:ext cx="2779334"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i="0" u="none" strike="noStrike" cap="none" normalizeH="0" baseline="0" dirty="0">
                <a:ln>
                  <a:noFill/>
                </a:ln>
                <a:solidFill>
                  <a:schemeClr val="tx1"/>
                </a:solidFill>
                <a:effectLst/>
              </a:rPr>
              <a:t>Importance</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It reduces patient waiting time, enhances hospital workflow, and ensures better utilization of medical resources</a:t>
            </a:r>
            <a:r>
              <a:rPr lang="en-US" altLang="en-US" dirty="0">
                <a:latin typeface="Arial" panose="020B0604020202020204" pitchFamily="34" charset="0"/>
              </a:rPr>
              <a:t>. The</a:t>
            </a:r>
            <a:r>
              <a:rPr kumimoji="0" lang="en-US" altLang="en-US" sz="1800" b="0" i="0" u="none" strike="noStrike" cap="none" normalizeH="0" baseline="0" dirty="0">
                <a:ln>
                  <a:noFill/>
                </a:ln>
                <a:solidFill>
                  <a:schemeClr val="tx1"/>
                </a:solidFill>
                <a:effectLst/>
                <a:latin typeface="Arial" panose="020B0604020202020204" pitchFamily="34" charset="0"/>
              </a:rPr>
              <a:t> system significantly improves patient experience and decision-making for healthcare providers.</a:t>
            </a:r>
          </a:p>
        </p:txBody>
      </p:sp>
      <p:sp>
        <p:nvSpPr>
          <p:cNvPr id="18" name="Rectangle: Rounded Corners 17">
            <a:extLst>
              <a:ext uri="{FF2B5EF4-FFF2-40B4-BE49-F238E27FC236}">
                <a16:creationId xmlns:a16="http://schemas.microsoft.com/office/drawing/2014/main" id="{25C500A2-C000-B6F9-6987-CEA16BD0A290}"/>
              </a:ext>
            </a:extLst>
          </p:cNvPr>
          <p:cNvSpPr/>
          <p:nvPr/>
        </p:nvSpPr>
        <p:spPr>
          <a:xfrm>
            <a:off x="6728465" y="3069072"/>
            <a:ext cx="2339336" cy="30269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20" name="TextBox 19">
            <a:extLst>
              <a:ext uri="{FF2B5EF4-FFF2-40B4-BE49-F238E27FC236}">
                <a16:creationId xmlns:a16="http://schemas.microsoft.com/office/drawing/2014/main" id="{1584E696-51C8-B418-4999-B8E07D7080F1}"/>
              </a:ext>
            </a:extLst>
          </p:cNvPr>
          <p:cNvSpPr txBox="1"/>
          <p:nvPr/>
        </p:nvSpPr>
        <p:spPr>
          <a:xfrm>
            <a:off x="6713220" y="3153089"/>
            <a:ext cx="2471075"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cs typeface="Arial" panose="020B0604020202020204" pitchFamily="34" charset="0"/>
              </a:rPr>
              <a:t>Context</a:t>
            </a:r>
          </a:p>
          <a:p>
            <a:r>
              <a:rPr lang="en-US" dirty="0">
                <a:latin typeface="Arial" panose="020B0604020202020204" pitchFamily="34" charset="0"/>
                <a:cs typeface="Arial" panose="020B0604020202020204" pitchFamily="34" charset="0"/>
              </a:rPr>
              <a:t>It incorporates patient and doctor dashboards, real-time queue updates, multilingual support, and an AI chatbot for basic health assistance.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EC898-EE25-57C1-C86E-A59D09122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259E3-8475-1EA1-7A22-69F2989E02B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Problem Statement</a:t>
            </a:r>
            <a:endParaRPr lang="en-US" dirty="0"/>
          </a:p>
        </p:txBody>
      </p:sp>
      <p:sp>
        <p:nvSpPr>
          <p:cNvPr id="3" name="Subtitle 2">
            <a:extLst>
              <a:ext uri="{FF2B5EF4-FFF2-40B4-BE49-F238E27FC236}">
                <a16:creationId xmlns:a16="http://schemas.microsoft.com/office/drawing/2014/main" id="{A1DBBE98-684C-A5B4-EF8C-983F74C0F534}"/>
              </a:ext>
            </a:extLst>
          </p:cNvPr>
          <p:cNvSpPr>
            <a:spLocks noGrp="1"/>
          </p:cNvSpPr>
          <p:nvPr>
            <p:ph type="subTitle" idx="1"/>
          </p:nvPr>
        </p:nvSpPr>
        <p:spPr>
          <a:xfrm>
            <a:off x="1177413" y="0"/>
            <a:ext cx="5766466" cy="20795152"/>
          </a:xfrm>
        </p:spPr>
        <p:txBody>
          <a:bodyPr/>
          <a:lstStyle/>
          <a:p>
            <a:endParaRPr lang="en-US" sz="2400" dirty="0"/>
          </a:p>
          <a:p>
            <a:endParaRPr lang="en-US" sz="2400" dirty="0"/>
          </a:p>
          <a:p>
            <a:endParaRPr lang="en-US" sz="2400" dirty="0"/>
          </a:p>
          <a:p>
            <a:endParaRPr lang="en-US" sz="2400" dirty="0"/>
          </a:p>
          <a:p>
            <a:pPr marL="484632" indent="-457200">
              <a:buFont typeface="Arial" panose="020B0604020202020204" pitchFamily="34" charset="0"/>
              <a:buChar char="•"/>
            </a:pPr>
            <a:endParaRPr lang="en-US" dirty="0">
              <a:solidFill>
                <a:schemeClr val="tx1"/>
              </a:solidFill>
            </a:endParaRPr>
          </a:p>
          <a:p>
            <a:endParaRPr lang="en-US" dirty="0"/>
          </a:p>
        </p:txBody>
      </p:sp>
      <p:pic>
        <p:nvPicPr>
          <p:cNvPr id="4" name="Picture 3">
            <a:extLst>
              <a:ext uri="{FF2B5EF4-FFF2-40B4-BE49-F238E27FC236}">
                <a16:creationId xmlns:a16="http://schemas.microsoft.com/office/drawing/2014/main" id="{617010BF-24AE-04E9-FE2F-B87EF594ECD3}"/>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6335"/>
            <a:ext cx="1561556" cy="1407600"/>
          </a:xfrm>
          <a:prstGeom prst="rect">
            <a:avLst/>
          </a:prstGeom>
        </p:spPr>
      </p:pic>
      <p:sp>
        <p:nvSpPr>
          <p:cNvPr id="5" name="Rectangle 1">
            <a:extLst>
              <a:ext uri="{FF2B5EF4-FFF2-40B4-BE49-F238E27FC236}">
                <a16:creationId xmlns:a16="http://schemas.microsoft.com/office/drawing/2014/main" id="{EC0661D4-964D-047E-0C42-C79FB0C5795B}"/>
              </a:ext>
            </a:extLst>
          </p:cNvPr>
          <p:cNvSpPr>
            <a:spLocks noChangeArrowheads="1"/>
          </p:cNvSpPr>
          <p:nvPr/>
        </p:nvSpPr>
        <p:spPr bwMode="auto">
          <a:xfrm>
            <a:off x="1177412" y="1675314"/>
            <a:ext cx="7509387"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dirty="0"/>
              <a:t>Current Gap</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Patients often have to wait in long, unorganized lines without any clear information about their turn or waiting time. There is  no proper system to handle emergency cases or prioritize patients effectively.</a:t>
            </a:r>
          </a:p>
        </p:txBody>
      </p:sp>
      <p:sp>
        <p:nvSpPr>
          <p:cNvPr id="6" name="Rectangle 2">
            <a:extLst>
              <a:ext uri="{FF2B5EF4-FFF2-40B4-BE49-F238E27FC236}">
                <a16:creationId xmlns:a16="http://schemas.microsoft.com/office/drawing/2014/main" id="{BF734675-DDF4-2107-5EAB-615FD941543A}"/>
              </a:ext>
            </a:extLst>
          </p:cNvPr>
          <p:cNvSpPr>
            <a:spLocks noChangeArrowheads="1"/>
          </p:cNvSpPr>
          <p:nvPr/>
        </p:nvSpPr>
        <p:spPr bwMode="auto">
          <a:xfrm>
            <a:off x="1177412" y="3083379"/>
            <a:ext cx="796658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lang="en-US" altLang="en-US" sz="2400" dirty="0"/>
          </a:p>
          <a:p>
            <a:pPr marR="0" lvl="0" algn="l" defTabSz="914400" rtl="0" eaLnBrk="0" fontAlgn="base" latinLnBrk="0" hangingPunct="0">
              <a:lnSpc>
                <a:spcPct val="100000"/>
              </a:lnSpc>
              <a:spcBef>
                <a:spcPct val="0"/>
              </a:spcBef>
              <a:spcAft>
                <a:spcPct val="0"/>
              </a:spcAft>
              <a:buClrTx/>
              <a:buSzTx/>
              <a:tabLst/>
            </a:pPr>
            <a:endParaRPr lang="en-US" altLang="en-US" sz="24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dirty="0"/>
              <a:t>Why it Matters</a:t>
            </a:r>
          </a:p>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These inefficiencies lead to increased patient frustration, overcrowding in hospitals, and poor time management for both patients and doctors. In critical situations, delays can directly impact patient health outcomes. </a:t>
            </a:r>
          </a:p>
        </p:txBody>
      </p:sp>
    </p:spTree>
    <p:extLst>
      <p:ext uri="{BB962C8B-B14F-4D97-AF65-F5344CB8AC3E}">
        <p14:creationId xmlns:p14="http://schemas.microsoft.com/office/powerpoint/2010/main" val="379544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3A00C-D026-1CBE-7D43-6F350EBB0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5CA94-A1B7-679A-593A-58BB6FBC0F42}"/>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Objectives</a:t>
            </a:r>
            <a:endParaRPr lang="en-US" dirty="0"/>
          </a:p>
        </p:txBody>
      </p:sp>
      <p:sp>
        <p:nvSpPr>
          <p:cNvPr id="3" name="Subtitle 2">
            <a:extLst>
              <a:ext uri="{FF2B5EF4-FFF2-40B4-BE49-F238E27FC236}">
                <a16:creationId xmlns:a16="http://schemas.microsoft.com/office/drawing/2014/main" id="{3F167786-E93E-7FC6-4231-48C3B735E630}"/>
              </a:ext>
            </a:extLst>
          </p:cNvPr>
          <p:cNvSpPr>
            <a:spLocks noGrp="1"/>
          </p:cNvSpPr>
          <p:nvPr>
            <p:ph type="subTitle" idx="1"/>
          </p:nvPr>
        </p:nvSpPr>
        <p:spPr>
          <a:xfrm>
            <a:off x="1202406" y="1483800"/>
            <a:ext cx="7406640" cy="5374200"/>
          </a:xfrm>
        </p:spPr>
        <p:txBody>
          <a:bodyPr>
            <a:normAutofit/>
          </a:bodyPr>
          <a:lstStyle/>
          <a:p>
            <a:r>
              <a:rPr lang="en-IN" sz="2400" dirty="0">
                <a:cs typeface="Arial" panose="020B0604020202020204" pitchFamily="34" charset="0"/>
              </a:rPr>
              <a:t>• Objective 1</a:t>
            </a:r>
          </a:p>
          <a:p>
            <a:endParaRPr lang="en-IN" dirty="0"/>
          </a:p>
          <a:p>
            <a:endParaRPr lang="en-IN" dirty="0"/>
          </a:p>
          <a:p>
            <a:r>
              <a:rPr lang="en-IN" dirty="0"/>
              <a:t>• </a:t>
            </a:r>
            <a:r>
              <a:rPr lang="en-IN" sz="2400" dirty="0"/>
              <a:t>Objective 2</a:t>
            </a:r>
          </a:p>
          <a:p>
            <a:pPr marL="0" lvl="0" eaLnBrk="0" fontAlgn="base" hangingPunct="0">
              <a:spcBef>
                <a:spcPct val="0"/>
              </a:spcBef>
              <a:spcAft>
                <a:spcPct val="0"/>
              </a:spcAft>
              <a:buClrTx/>
              <a:buSzTx/>
            </a:pPr>
            <a:r>
              <a:rPr lang="en-US" altLang="en-US" sz="1800" dirty="0">
                <a:solidFill>
                  <a:schemeClr val="tx1"/>
                </a:solidFill>
                <a:latin typeface="Arial" panose="020B0604020202020204" pitchFamily="34" charset="0"/>
              </a:rPr>
              <a:t>To provide real-time queue tracking and prioritize emergency cases for efficient patient handling.</a:t>
            </a:r>
          </a:p>
          <a:p>
            <a:pPr marL="0" lvl="0" eaLnBrk="0" fontAlgn="base" hangingPunct="0">
              <a:spcBef>
                <a:spcPct val="0"/>
              </a:spcBef>
              <a:spcAft>
                <a:spcPct val="0"/>
              </a:spcAft>
              <a:buClrTx/>
              <a:buSzTx/>
            </a:pPr>
            <a:endParaRPr lang="en-US" altLang="en-US" sz="1800" dirty="0">
              <a:latin typeface="Arial" panose="020B0604020202020204" pitchFamily="34" charset="0"/>
            </a:endParaRPr>
          </a:p>
          <a:p>
            <a:r>
              <a:rPr lang="en-IN" sz="2400" dirty="0"/>
              <a:t>• Objective 3</a:t>
            </a:r>
          </a:p>
          <a:p>
            <a:r>
              <a:rPr lang="en-US" altLang="en-US" sz="1800" dirty="0">
                <a:solidFill>
                  <a:schemeClr val="tx1"/>
                </a:solidFill>
                <a:latin typeface="Arial" panose="020B0604020202020204" pitchFamily="34" charset="0"/>
              </a:rPr>
              <a:t>To enhance patient experience using AI chatbot assistance and multilingual support.</a:t>
            </a:r>
          </a:p>
          <a:p>
            <a:endParaRPr lang="en-IN" sz="2400" dirty="0"/>
          </a:p>
          <a:p>
            <a:endParaRPr lang="en-US" dirty="0"/>
          </a:p>
        </p:txBody>
      </p:sp>
      <p:pic>
        <p:nvPicPr>
          <p:cNvPr id="4" name="Picture 3">
            <a:extLst>
              <a:ext uri="{FF2B5EF4-FFF2-40B4-BE49-F238E27FC236}">
                <a16:creationId xmlns:a16="http://schemas.microsoft.com/office/drawing/2014/main" id="{EE891B4D-0338-375B-20C5-A4A95F220A86}"/>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Rectangle 1">
            <a:extLst>
              <a:ext uri="{FF2B5EF4-FFF2-40B4-BE49-F238E27FC236}">
                <a16:creationId xmlns:a16="http://schemas.microsoft.com/office/drawing/2014/main" id="{7D7A9182-9883-1124-D89F-291F66221548}"/>
              </a:ext>
            </a:extLst>
          </p:cNvPr>
          <p:cNvSpPr>
            <a:spLocks noChangeArrowheads="1"/>
          </p:cNvSpPr>
          <p:nvPr/>
        </p:nvSpPr>
        <p:spPr bwMode="auto">
          <a:xfrm>
            <a:off x="1229481" y="1597600"/>
            <a:ext cx="74066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To develop a digital queue management system that reduces patient waiting time and improves hospital workflow.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535771E4-B7DD-4392-5C61-A2E604EEBF28}"/>
              </a:ext>
            </a:extLst>
          </p:cNvPr>
          <p:cNvSpPr>
            <a:spLocks noChangeArrowheads="1"/>
          </p:cNvSpPr>
          <p:nvPr/>
        </p:nvSpPr>
        <p:spPr bwMode="auto">
          <a:xfrm>
            <a:off x="0" y="-3231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060372CC-1BB4-9510-EF38-50196430569D}"/>
              </a:ext>
            </a:extLst>
          </p:cNvPr>
          <p:cNvSpPr>
            <a:spLocks noChangeArrowheads="1"/>
          </p:cNvSpPr>
          <p:nvPr/>
        </p:nvSpPr>
        <p:spPr bwMode="auto">
          <a:xfrm rot="10800000" flipV="1">
            <a:off x="1219612" y="3342632"/>
            <a:ext cx="740664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86A9E3E3-6D39-51EA-AA06-2400BE490B1A}"/>
              </a:ext>
            </a:extLst>
          </p:cNvPr>
          <p:cNvSpPr>
            <a:spLocks noChangeArrowheads="1"/>
          </p:cNvSpPr>
          <p:nvPr/>
        </p:nvSpPr>
        <p:spPr bwMode="auto">
          <a:xfrm>
            <a:off x="1066800" y="3905925"/>
            <a:ext cx="7315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3E90C3FF-74CB-6D52-688C-7BF7A2992ACF}"/>
              </a:ext>
            </a:extLst>
          </p:cNvPr>
          <p:cNvSpPr>
            <a:spLocks noChangeArrowheads="1"/>
          </p:cNvSpPr>
          <p:nvPr/>
        </p:nvSpPr>
        <p:spPr bwMode="auto">
          <a:xfrm>
            <a:off x="990600" y="4216801"/>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7">
            <a:extLst>
              <a:ext uri="{FF2B5EF4-FFF2-40B4-BE49-F238E27FC236}">
                <a16:creationId xmlns:a16="http://schemas.microsoft.com/office/drawing/2014/main" id="{3DCD12D4-2947-B49C-6E3B-39EB403993D4}"/>
              </a:ext>
            </a:extLst>
          </p:cNvPr>
          <p:cNvSpPr>
            <a:spLocks noChangeArrowheads="1"/>
          </p:cNvSpPr>
          <p:nvPr/>
        </p:nvSpPr>
        <p:spPr bwMode="auto">
          <a:xfrm>
            <a:off x="1219612" y="4682192"/>
            <a:ext cx="69337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0220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FB5E-3E34-BFF7-7088-83E6CF88F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FB080-8A67-B3F4-33DF-42350D960632}"/>
              </a:ext>
            </a:extLst>
          </p:cNvPr>
          <p:cNvSpPr>
            <a:spLocks noGrp="1"/>
          </p:cNvSpPr>
          <p:nvPr>
            <p:ph type="ctrTitle"/>
          </p:nvPr>
        </p:nvSpPr>
        <p:spPr>
          <a:xfrm>
            <a:off x="1524000" y="426549"/>
            <a:ext cx="7102252" cy="687582"/>
          </a:xfrm>
        </p:spPr>
        <p:txBody>
          <a:bodyPr>
            <a:noAutofit/>
          </a:bodyPr>
          <a:lstStyle/>
          <a:p>
            <a:r>
              <a:rPr lang="en-US" dirty="0">
                <a:solidFill>
                  <a:srgbClr val="0070C0"/>
                </a:solidFill>
              </a:rPr>
              <a:t>Literature Survey</a:t>
            </a:r>
            <a:endParaRPr lang="en-US" dirty="0"/>
          </a:p>
        </p:txBody>
      </p:sp>
      <p:sp>
        <p:nvSpPr>
          <p:cNvPr id="3" name="Subtitle 2">
            <a:extLst>
              <a:ext uri="{FF2B5EF4-FFF2-40B4-BE49-F238E27FC236}">
                <a16:creationId xmlns:a16="http://schemas.microsoft.com/office/drawing/2014/main" id="{46C74D16-14DD-63CE-F325-177BB5A7E0AA}"/>
              </a:ext>
            </a:extLst>
          </p:cNvPr>
          <p:cNvSpPr>
            <a:spLocks noGrp="1"/>
          </p:cNvSpPr>
          <p:nvPr>
            <p:ph type="subTitle" idx="1"/>
          </p:nvPr>
        </p:nvSpPr>
        <p:spPr>
          <a:xfrm>
            <a:off x="1066800" y="1114132"/>
            <a:ext cx="7924800" cy="5591468"/>
          </a:xfrm>
        </p:spPr>
        <p:txBody>
          <a:bodyPr/>
          <a:lstStyle/>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2DFC313E-27A5-D813-EABF-EA41B429FFC0}"/>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Rectangle 1">
            <a:extLst>
              <a:ext uri="{FF2B5EF4-FFF2-40B4-BE49-F238E27FC236}">
                <a16:creationId xmlns:a16="http://schemas.microsoft.com/office/drawing/2014/main" id="{CAF5CDA1-660F-E2CF-D648-13B2D5F65EEE}"/>
              </a:ext>
            </a:extLst>
          </p:cNvPr>
          <p:cNvSpPr>
            <a:spLocks noChangeArrowheads="1"/>
          </p:cNvSpPr>
          <p:nvPr/>
        </p:nvSpPr>
        <p:spPr bwMode="auto">
          <a:xfrm>
            <a:off x="1959981" y="3435545"/>
            <a:ext cx="71628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EBA338F6-DFBF-D742-2B3C-AB376636F9A2}"/>
              </a:ext>
            </a:extLst>
          </p:cNvPr>
          <p:cNvSpPr txBox="1"/>
          <p:nvPr/>
        </p:nvSpPr>
        <p:spPr>
          <a:xfrm>
            <a:off x="1088922" y="1645348"/>
            <a:ext cx="2209800" cy="2954655"/>
          </a:xfrm>
          <a:prstGeom prst="rect">
            <a:avLst/>
          </a:prstGeom>
          <a:noFill/>
        </p:spPr>
        <p:txBody>
          <a:bodyPr wrap="square" rtlCol="0">
            <a:spAutoFit/>
          </a:bodyPr>
          <a:lstStyle/>
          <a:p>
            <a:r>
              <a:rPr lang="en-US" sz="2400" dirty="0"/>
              <a:t>Author</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Diwakar Gupta &amp; Brian Denton(2008)</a:t>
            </a:r>
          </a:p>
          <a:p>
            <a:endParaRPr lang="en-IN" dirty="0">
              <a:latin typeface="Arial" panose="020B0604020202020204" pitchFamily="34" charset="0"/>
              <a:cs typeface="Arial" panose="020B0604020202020204" pitchFamily="34" charset="0"/>
            </a:endParaRPr>
          </a:p>
          <a:p>
            <a:r>
              <a:rPr lang="da-DK" dirty="0">
                <a:latin typeface="Arial" panose="020B0604020202020204" pitchFamily="34" charset="0"/>
                <a:cs typeface="Arial" panose="020B0604020202020204" pitchFamily="34" charset="0"/>
              </a:rPr>
              <a:t>Muhammad Ahmad Baballe et al.</a:t>
            </a:r>
          </a:p>
          <a:p>
            <a:endParaRPr lang="da-DK"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S. Gunasekaran et al.(2022)</a:t>
            </a:r>
          </a:p>
        </p:txBody>
      </p:sp>
      <p:cxnSp>
        <p:nvCxnSpPr>
          <p:cNvPr id="13" name="Straight Connector 12">
            <a:extLst>
              <a:ext uri="{FF2B5EF4-FFF2-40B4-BE49-F238E27FC236}">
                <a16:creationId xmlns:a16="http://schemas.microsoft.com/office/drawing/2014/main" id="{EA812A6D-05E5-5EAF-1EDE-7177F7360B57}"/>
              </a:ext>
            </a:extLst>
          </p:cNvPr>
          <p:cNvCxnSpPr>
            <a:cxnSpLocks/>
          </p:cNvCxnSpPr>
          <p:nvPr/>
        </p:nvCxnSpPr>
        <p:spPr>
          <a:xfrm>
            <a:off x="3276600" y="1560000"/>
            <a:ext cx="0" cy="3690838"/>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79C56EB-EFDC-9675-D662-EA813159BFD7}"/>
              </a:ext>
            </a:extLst>
          </p:cNvPr>
          <p:cNvSpPr txBox="1"/>
          <p:nvPr/>
        </p:nvSpPr>
        <p:spPr>
          <a:xfrm>
            <a:off x="3396656" y="1607162"/>
            <a:ext cx="3200401" cy="3947223"/>
          </a:xfrm>
          <a:prstGeom prst="rect">
            <a:avLst/>
          </a:prstGeom>
          <a:noFill/>
        </p:spPr>
        <p:txBody>
          <a:bodyPr wrap="square" rtlCol="0">
            <a:spAutoFit/>
          </a:bodyPr>
          <a:lstStyle/>
          <a:p>
            <a:r>
              <a:rPr lang="en-US" sz="2400" dirty="0"/>
              <a:t>Proposed Work    </a:t>
            </a:r>
          </a:p>
          <a:p>
            <a:r>
              <a:rPr lang="en-US" sz="2400" dirty="0"/>
              <a:t>                                      </a:t>
            </a:r>
            <a:r>
              <a:rPr lang="en-IN" dirty="0">
                <a:latin typeface="Arial" panose="020B0604020202020204" pitchFamily="34" charset="0"/>
                <a:cs typeface="Arial" panose="020B0604020202020204" pitchFamily="34" charset="0"/>
              </a:rPr>
              <a:t>Token-based queue system </a:t>
            </a:r>
          </a:p>
          <a:p>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Cloud-based queue management.</a:t>
            </a:r>
          </a:p>
          <a:p>
            <a:endParaRPr lang="en-IN"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Digital healthcare system to improve efficiency and patient services.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a:t>
            </a:r>
            <a:endParaRPr lang="en-US" sz="2400" dirty="0">
              <a:cs typeface="Arial" panose="020B0604020202020204" pitchFamily="34" charset="0"/>
            </a:endParaRPr>
          </a:p>
          <a:p>
            <a:r>
              <a:rPr lang="en-US" dirty="0">
                <a:latin typeface="Arial" panose="020B0604020202020204" pitchFamily="34" charset="0"/>
                <a:cs typeface="Arial" panose="020B0604020202020204" pitchFamily="34" charset="0"/>
              </a:rPr>
              <a:t>                  </a:t>
            </a:r>
            <a:endParaRPr lang="en-IN" sz="2400" dirty="0">
              <a:cs typeface="Arial" panose="020B0604020202020204" pitchFamily="34" charset="0"/>
            </a:endParaRPr>
          </a:p>
        </p:txBody>
      </p:sp>
      <p:cxnSp>
        <p:nvCxnSpPr>
          <p:cNvPr id="27" name="Straight Connector 26">
            <a:extLst>
              <a:ext uri="{FF2B5EF4-FFF2-40B4-BE49-F238E27FC236}">
                <a16:creationId xmlns:a16="http://schemas.microsoft.com/office/drawing/2014/main" id="{6FAB7896-B1E8-055C-F65E-6BED0F1E9387}"/>
              </a:ext>
            </a:extLst>
          </p:cNvPr>
          <p:cNvCxnSpPr>
            <a:cxnSpLocks/>
          </p:cNvCxnSpPr>
          <p:nvPr/>
        </p:nvCxnSpPr>
        <p:spPr>
          <a:xfrm>
            <a:off x="6477000" y="1676400"/>
            <a:ext cx="0" cy="3611721"/>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E24008B-453D-3C8B-1688-3EEEDBCED939}"/>
              </a:ext>
            </a:extLst>
          </p:cNvPr>
          <p:cNvSpPr txBox="1"/>
          <p:nvPr/>
        </p:nvSpPr>
        <p:spPr>
          <a:xfrm>
            <a:off x="6597057" y="1651819"/>
            <a:ext cx="2470733" cy="3323987"/>
          </a:xfrm>
          <a:prstGeom prst="rect">
            <a:avLst/>
          </a:prstGeom>
          <a:noFill/>
        </p:spPr>
        <p:txBody>
          <a:bodyPr wrap="square" rtlCol="0">
            <a:spAutoFit/>
          </a:bodyPr>
          <a:lstStyle/>
          <a:p>
            <a:r>
              <a:rPr lang="en-US" sz="2400" dirty="0"/>
              <a:t>Limitations</a:t>
            </a:r>
          </a:p>
          <a:p>
            <a:endParaRPr lang="en-US" sz="2400" dirty="0"/>
          </a:p>
          <a:p>
            <a:r>
              <a:rPr lang="en-US" dirty="0">
                <a:latin typeface="Arial" panose="020B0604020202020204" pitchFamily="34" charset="0"/>
                <a:cs typeface="Arial" panose="020B0604020202020204" pitchFamily="34" charset="0"/>
              </a:rPr>
              <a:t>No real-time tracking, no emergency priority.</a:t>
            </a:r>
          </a:p>
          <a:p>
            <a:endParaRPr lang="en-US" dirty="0">
              <a:latin typeface="Arial" panose="020B0604020202020204" pitchFamily="34" charset="0"/>
              <a:cs typeface="Arial" panose="020B0604020202020204" pitchFamily="34" charset="0"/>
            </a:endParaRPr>
          </a:p>
          <a:p>
            <a:r>
              <a:rPr lang="it-IT" dirty="0">
                <a:latin typeface="Arial" panose="020B0604020202020204" pitchFamily="34" charset="0"/>
                <a:cs typeface="Arial" panose="020B0604020202020204" pitchFamily="34" charset="0"/>
              </a:rPr>
              <a:t>No AI assistance for patients.</a:t>
            </a:r>
          </a:p>
          <a:p>
            <a:endParaRPr lang="it-IT"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No multilingual support.</a:t>
            </a:r>
            <a:br>
              <a:rPr lang="it-IT"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8237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DF862-0CBA-114F-E733-1FA3A2D41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38DD1-FE8B-FCFF-6BF2-68D75DFC6129}"/>
              </a:ext>
            </a:extLst>
          </p:cNvPr>
          <p:cNvSpPr>
            <a:spLocks noGrp="1"/>
          </p:cNvSpPr>
          <p:nvPr>
            <p:ph type="ctrTitle"/>
          </p:nvPr>
        </p:nvSpPr>
        <p:spPr>
          <a:xfrm>
            <a:off x="1432560" y="-63183"/>
            <a:ext cx="7832948" cy="1528131"/>
          </a:xfrm>
        </p:spPr>
        <p:txBody>
          <a:bodyPr>
            <a:noAutofit/>
          </a:bodyPr>
          <a:lstStyle/>
          <a:p>
            <a:br>
              <a:rPr lang="en-US" dirty="0">
                <a:solidFill>
                  <a:srgbClr val="0070C0"/>
                </a:solidFill>
              </a:rPr>
            </a:br>
            <a:r>
              <a:rPr lang="en-US" dirty="0">
                <a:solidFill>
                  <a:srgbClr val="0070C0"/>
                </a:solidFill>
              </a:rPr>
              <a:t>Proposed Solution / Methodology</a:t>
            </a:r>
            <a:br>
              <a:rPr lang="en-US" sz="4400" dirty="0">
                <a:solidFill>
                  <a:schemeClr val="tx2">
                    <a:lumMod val="75000"/>
                  </a:schemeClr>
                </a:solidFill>
              </a:rPr>
            </a:br>
            <a:endParaRPr lang="en-US" dirty="0"/>
          </a:p>
        </p:txBody>
      </p:sp>
      <p:sp>
        <p:nvSpPr>
          <p:cNvPr id="3" name="Subtitle 2">
            <a:extLst>
              <a:ext uri="{FF2B5EF4-FFF2-40B4-BE49-F238E27FC236}">
                <a16:creationId xmlns:a16="http://schemas.microsoft.com/office/drawing/2014/main" id="{534CDEAF-8343-E037-CB0A-B6BA4B14B426}"/>
              </a:ext>
            </a:extLst>
          </p:cNvPr>
          <p:cNvSpPr>
            <a:spLocks noGrp="1"/>
          </p:cNvSpPr>
          <p:nvPr>
            <p:ph type="subTitle" idx="1"/>
          </p:nvPr>
        </p:nvSpPr>
        <p:spPr>
          <a:xfrm>
            <a:off x="1524205" y="2971800"/>
            <a:ext cx="7406640" cy="2840664"/>
          </a:xfrm>
        </p:spPr>
        <p:txBody>
          <a:bodyPr/>
          <a:lstStyle/>
          <a:p>
            <a:endParaRPr lang="en-IN" dirty="0"/>
          </a:p>
          <a:p>
            <a:endParaRPr lang="en-US" dirty="0"/>
          </a:p>
        </p:txBody>
      </p:sp>
      <p:pic>
        <p:nvPicPr>
          <p:cNvPr id="4" name="Picture 3">
            <a:extLst>
              <a:ext uri="{FF2B5EF4-FFF2-40B4-BE49-F238E27FC236}">
                <a16:creationId xmlns:a16="http://schemas.microsoft.com/office/drawing/2014/main" id="{1992DDD7-5100-04B4-067E-5143259705F4}"/>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object 9">
            <a:extLst>
              <a:ext uri="{FF2B5EF4-FFF2-40B4-BE49-F238E27FC236}">
                <a16:creationId xmlns:a16="http://schemas.microsoft.com/office/drawing/2014/main" id="{50C23254-87EB-2C93-05D3-2CECB630C6A0}"/>
              </a:ext>
            </a:extLst>
          </p:cNvPr>
          <p:cNvSpPr txBox="1"/>
          <p:nvPr/>
        </p:nvSpPr>
        <p:spPr>
          <a:xfrm>
            <a:off x="1402698" y="856200"/>
            <a:ext cx="7528147" cy="5530360"/>
          </a:xfrm>
          <a:prstGeom prst="rect">
            <a:avLst/>
          </a:prstGeom>
        </p:spPr>
        <p:txBody>
          <a:bodyPr vert="horz" wrap="square" lIns="0" tIns="15875" rIns="0" bIns="0" rtlCol="0">
            <a:spAutoFit/>
          </a:bodyPr>
          <a:lstStyle>
            <a:defPPr>
              <a:defRPr kern="0"/>
            </a:defPPr>
          </a:lstStyle>
          <a:p>
            <a:pPr marL="201930" indent="-189230">
              <a:lnSpc>
                <a:spcPct val="100000"/>
              </a:lnSpc>
              <a:spcBef>
                <a:spcPts val="125"/>
              </a:spcBef>
              <a:buAutoNum type="arabicPeriod"/>
              <a:tabLst>
                <a:tab pos="201930" algn="l"/>
              </a:tabLst>
            </a:pPr>
            <a:r>
              <a:rPr sz="2400" b="1" spc="-10" dirty="0">
                <a:solidFill>
                  <a:srgbClr val="006FC0"/>
                </a:solidFill>
                <a:cs typeface="Times New Roman"/>
              </a:rPr>
              <a:t>Approac</a:t>
            </a:r>
            <a:r>
              <a:rPr lang="en-US" sz="2400" b="1" spc="-10" dirty="0">
                <a:solidFill>
                  <a:srgbClr val="006FC0"/>
                </a:solidFill>
                <a:cs typeface="Times New Roman"/>
              </a:rPr>
              <a:t>h</a:t>
            </a:r>
          </a:p>
          <a:p>
            <a:pPr marL="201930" indent="-189230">
              <a:lnSpc>
                <a:spcPct val="100000"/>
              </a:lnSpc>
              <a:spcBef>
                <a:spcPts val="125"/>
              </a:spcBef>
              <a:buAutoNum type="arabicPeriod"/>
              <a:tabLst>
                <a:tab pos="201930" algn="l"/>
              </a:tabLst>
            </a:pPr>
            <a:endParaRPr sz="1550" dirty="0">
              <a:latin typeface="Times New Roman"/>
              <a:cs typeface="Times New Roman"/>
            </a:endParaRPr>
          </a:p>
          <a:p>
            <a:pPr marL="12700" marR="5080" lvl="1" indent="-8890">
              <a:lnSpc>
                <a:spcPts val="1730"/>
              </a:lnSpc>
              <a:spcBef>
                <a:spcPts val="35"/>
              </a:spcBef>
              <a:buSzPct val="92857"/>
              <a:buFont typeface="Arial MT"/>
              <a:buChar char="•"/>
              <a:tabLst>
                <a:tab pos="73660" algn="l"/>
              </a:tabLst>
            </a:pPr>
            <a:r>
              <a:rPr sz="1400" dirty="0">
                <a:latin typeface="Times New Roman"/>
                <a:cs typeface="Times New Roman"/>
              </a:rPr>
              <a:t>	</a:t>
            </a:r>
            <a:r>
              <a:rPr dirty="0">
                <a:latin typeface="Arial" panose="020B0604020202020204" pitchFamily="34" charset="0"/>
                <a:cs typeface="Arial" panose="020B0604020202020204" pitchFamily="34" charset="0"/>
              </a:rPr>
              <a:t>Combine</a:t>
            </a:r>
            <a:r>
              <a:rPr spc="-4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multiple</a:t>
            </a:r>
            <a:r>
              <a:rPr spc="-40"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features </a:t>
            </a:r>
            <a:r>
              <a:rPr dirty="0">
                <a:latin typeface="Arial" panose="020B0604020202020204" pitchFamily="34" charset="0"/>
                <a:cs typeface="Arial" panose="020B0604020202020204" pitchFamily="34" charset="0"/>
              </a:rPr>
              <a:t>into</a:t>
            </a:r>
            <a:r>
              <a:rPr spc="-30" dirty="0">
                <a:latin typeface="Arial" panose="020B0604020202020204" pitchFamily="34" charset="0"/>
                <a:cs typeface="Arial" panose="020B0604020202020204" pitchFamily="34" charset="0"/>
              </a:rPr>
              <a:t> </a:t>
            </a:r>
            <a:r>
              <a:rPr b="1" dirty="0">
                <a:latin typeface="Arial" panose="020B0604020202020204" pitchFamily="34" charset="0"/>
                <a:cs typeface="Arial" panose="020B0604020202020204" pitchFamily="34" charset="0"/>
              </a:rPr>
              <a:t>one</a:t>
            </a:r>
            <a:r>
              <a:rPr b="1" spc="5"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integrated platform</a:t>
            </a:r>
            <a:endParaRPr dirty="0">
              <a:latin typeface="Arial" panose="020B0604020202020204" pitchFamily="34" charset="0"/>
              <a:cs typeface="Arial" panose="020B0604020202020204" pitchFamily="34" charset="0"/>
            </a:endParaRPr>
          </a:p>
          <a:p>
            <a:pPr marL="73660" lvl="1" indent="-69850">
              <a:lnSpc>
                <a:spcPts val="1570"/>
              </a:lnSpc>
              <a:buSzPct val="92857"/>
              <a:buFont typeface="Arial MT"/>
              <a:buChar char="•"/>
              <a:tabLst>
                <a:tab pos="73660" algn="l"/>
              </a:tabLst>
            </a:pPr>
            <a:r>
              <a:rPr dirty="0">
                <a:latin typeface="Arial" panose="020B0604020202020204" pitchFamily="34" charset="0"/>
                <a:cs typeface="Arial" panose="020B0604020202020204" pitchFamily="34" charset="0"/>
              </a:rPr>
              <a:t>Focus</a:t>
            </a:r>
            <a:r>
              <a:rPr spc="-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on</a:t>
            </a:r>
            <a:r>
              <a:rPr spc="-40" dirty="0">
                <a:latin typeface="Arial" panose="020B0604020202020204" pitchFamily="34" charset="0"/>
                <a:cs typeface="Arial" panose="020B0604020202020204" pitchFamily="34" charset="0"/>
              </a:rPr>
              <a:t> </a:t>
            </a:r>
            <a:r>
              <a:rPr b="1" spc="-20" dirty="0">
                <a:latin typeface="Arial" panose="020B0604020202020204" pitchFamily="34" charset="0"/>
                <a:cs typeface="Arial" panose="020B0604020202020204" pitchFamily="34" charset="0"/>
              </a:rPr>
              <a:t>user-</a:t>
            </a:r>
            <a:r>
              <a:rPr b="1" dirty="0">
                <a:latin typeface="Arial" panose="020B0604020202020204" pitchFamily="34" charset="0"/>
                <a:cs typeface="Arial" panose="020B0604020202020204" pitchFamily="34" charset="0"/>
              </a:rPr>
              <a:t>friendly</a:t>
            </a:r>
            <a:r>
              <a:rPr b="1" spc="-10" dirty="0">
                <a:latin typeface="Arial" panose="020B0604020202020204" pitchFamily="34" charset="0"/>
                <a:cs typeface="Arial" panose="020B0604020202020204" pitchFamily="34" charset="0"/>
              </a:rPr>
              <a:t> </a:t>
            </a:r>
            <a:r>
              <a:rPr b="1" spc="-25" dirty="0">
                <a:latin typeface="Arial" panose="020B0604020202020204" pitchFamily="34" charset="0"/>
                <a:cs typeface="Arial" panose="020B0604020202020204" pitchFamily="34" charset="0"/>
              </a:rPr>
              <a:t>and</a:t>
            </a:r>
            <a:endParaRPr dirty="0">
              <a:latin typeface="Arial" panose="020B0604020202020204" pitchFamily="34" charset="0"/>
              <a:cs typeface="Arial" panose="020B0604020202020204" pitchFamily="34" charset="0"/>
            </a:endParaRPr>
          </a:p>
          <a:p>
            <a:pPr marL="12700">
              <a:lnSpc>
                <a:spcPts val="1664"/>
              </a:lnSpc>
            </a:pPr>
            <a:r>
              <a:rPr b="1" dirty="0">
                <a:latin typeface="Arial" panose="020B0604020202020204" pitchFamily="34" charset="0"/>
                <a:cs typeface="Arial" panose="020B0604020202020204" pitchFamily="34" charset="0"/>
              </a:rPr>
              <a:t>simple</a:t>
            </a:r>
            <a:r>
              <a:rPr b="1" spc="10"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design</a:t>
            </a:r>
            <a:endParaRPr dirty="0">
              <a:latin typeface="Arial" panose="020B0604020202020204" pitchFamily="34" charset="0"/>
              <a:cs typeface="Arial" panose="020B0604020202020204" pitchFamily="34" charset="0"/>
            </a:endParaRPr>
          </a:p>
          <a:p>
            <a:pPr marL="73660" lvl="1" indent="-69850">
              <a:lnSpc>
                <a:spcPts val="1664"/>
              </a:lnSpc>
              <a:spcBef>
                <a:spcPts val="45"/>
              </a:spcBef>
              <a:buSzPct val="92857"/>
              <a:buFont typeface="Arial MT"/>
              <a:buChar char="•"/>
              <a:tabLst>
                <a:tab pos="73660" algn="l"/>
              </a:tabLst>
            </a:pPr>
            <a:r>
              <a:rPr dirty="0">
                <a:latin typeface="Arial" panose="020B0604020202020204" pitchFamily="34" charset="0"/>
                <a:cs typeface="Arial" panose="020B0604020202020204" pitchFamily="34" charset="0"/>
              </a:rPr>
              <a:t>Provide</a:t>
            </a:r>
            <a:r>
              <a:rPr spc="-45"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real-</a:t>
            </a:r>
            <a:r>
              <a:rPr b="1" dirty="0">
                <a:latin typeface="Arial" panose="020B0604020202020204" pitchFamily="34" charset="0"/>
                <a:cs typeface="Arial" panose="020B0604020202020204" pitchFamily="34" charset="0"/>
              </a:rPr>
              <a:t>time</a:t>
            </a:r>
            <a:r>
              <a:rPr b="1" spc="-15"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updates</a:t>
            </a:r>
            <a:endParaRPr dirty="0">
              <a:latin typeface="Arial" panose="020B0604020202020204" pitchFamily="34" charset="0"/>
              <a:cs typeface="Arial" panose="020B0604020202020204" pitchFamily="34" charset="0"/>
            </a:endParaRPr>
          </a:p>
          <a:p>
            <a:pPr marL="12700">
              <a:lnSpc>
                <a:spcPts val="1664"/>
              </a:lnSpc>
            </a:pPr>
            <a:r>
              <a:rPr b="1" dirty="0">
                <a:latin typeface="Arial" panose="020B0604020202020204" pitchFamily="34" charset="0"/>
                <a:cs typeface="Arial" panose="020B0604020202020204" pitchFamily="34" charset="0"/>
              </a:rPr>
              <a:t>and</a:t>
            </a:r>
            <a:r>
              <a:rPr b="1" spc="5"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automation</a:t>
            </a:r>
            <a:endParaRPr dirty="0">
              <a:latin typeface="Arial" panose="020B0604020202020204" pitchFamily="34" charset="0"/>
              <a:cs typeface="Arial" panose="020B0604020202020204" pitchFamily="34" charset="0"/>
            </a:endParaRPr>
          </a:p>
          <a:p>
            <a:pPr marL="12700" marR="281305" lvl="1" indent="-8890">
              <a:lnSpc>
                <a:spcPts val="1650"/>
              </a:lnSpc>
              <a:spcBef>
                <a:spcPts val="130"/>
              </a:spcBef>
              <a:buSzPct val="92857"/>
              <a:buFont typeface="Arial MT"/>
              <a:buChar char="•"/>
              <a:tabLst>
                <a:tab pos="73660" algn="l"/>
              </a:tabLst>
            </a:pPr>
            <a:r>
              <a:rPr dirty="0">
                <a:latin typeface="Arial" panose="020B0604020202020204" pitchFamily="34" charset="0"/>
                <a:cs typeface="Arial" panose="020B0604020202020204" pitchFamily="34" charset="0"/>
              </a:rPr>
              <a:t>Ensure</a:t>
            </a:r>
            <a:r>
              <a:rPr spc="-45" dirty="0">
                <a:latin typeface="Arial" panose="020B0604020202020204" pitchFamily="34" charset="0"/>
                <a:cs typeface="Arial" panose="020B0604020202020204" pitchFamily="34" charset="0"/>
              </a:rPr>
              <a:t> </a:t>
            </a:r>
            <a:r>
              <a:rPr b="1" dirty="0">
                <a:latin typeface="Arial" panose="020B0604020202020204" pitchFamily="34" charset="0"/>
                <a:cs typeface="Arial" panose="020B0604020202020204" pitchFamily="34" charset="0"/>
              </a:rPr>
              <a:t>privacy</a:t>
            </a:r>
            <a:r>
              <a:rPr b="1" spc="-5"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using</a:t>
            </a:r>
            <a:r>
              <a:rPr b="1" spc="-90" dirty="0">
                <a:latin typeface="Arial" panose="020B0604020202020204" pitchFamily="34" charset="0"/>
                <a:cs typeface="Arial" panose="020B0604020202020204" pitchFamily="34" charset="0"/>
              </a:rPr>
              <a:t> </a:t>
            </a:r>
            <a:r>
              <a:rPr b="1" spc="-25" dirty="0">
                <a:latin typeface="Arial" panose="020B0604020202020204" pitchFamily="34" charset="0"/>
                <a:cs typeface="Arial" panose="020B0604020202020204" pitchFamily="34" charset="0"/>
              </a:rPr>
              <a:t>AI </a:t>
            </a:r>
            <a:r>
              <a:rPr b="1" dirty="0">
                <a:latin typeface="Arial" panose="020B0604020202020204" pitchFamily="34" charset="0"/>
                <a:cs typeface="Arial" panose="020B0604020202020204" pitchFamily="34" charset="0"/>
              </a:rPr>
              <a:t>chatbot</a:t>
            </a:r>
            <a:r>
              <a:rPr b="1" spc="-20" dirty="0">
                <a:latin typeface="Arial" panose="020B0604020202020204" pitchFamily="34" charset="0"/>
                <a:cs typeface="Arial" panose="020B0604020202020204" pitchFamily="34" charset="0"/>
              </a:rPr>
              <a:t> </a:t>
            </a:r>
            <a:r>
              <a:rPr b="1" spc="-10" dirty="0">
                <a:latin typeface="Arial" panose="020B0604020202020204" pitchFamily="34" charset="0"/>
                <a:cs typeface="Arial" panose="020B0604020202020204" pitchFamily="34" charset="0"/>
              </a:rPr>
              <a:t>interaction</a:t>
            </a:r>
            <a:endParaRPr dirty="0">
              <a:latin typeface="Arial" panose="020B0604020202020204" pitchFamily="34" charset="0"/>
              <a:cs typeface="Arial" panose="020B0604020202020204" pitchFamily="34" charset="0"/>
            </a:endParaRPr>
          </a:p>
          <a:p>
            <a:pPr marL="12700">
              <a:lnSpc>
                <a:spcPts val="1600"/>
              </a:lnSpc>
            </a:pPr>
            <a:endParaRPr dirty="0">
              <a:latin typeface="Arial" panose="020B0604020202020204" pitchFamily="34" charset="0"/>
              <a:cs typeface="Arial" panose="020B0604020202020204" pitchFamily="34" charset="0"/>
            </a:endParaRPr>
          </a:p>
          <a:p>
            <a:pPr>
              <a:lnSpc>
                <a:spcPct val="100000"/>
              </a:lnSpc>
              <a:spcBef>
                <a:spcPts val="90"/>
              </a:spcBef>
            </a:pPr>
            <a:endParaRPr sz="1400" dirty="0">
              <a:latin typeface="Times New Roman"/>
              <a:cs typeface="Times New Roman"/>
            </a:endParaRPr>
          </a:p>
          <a:p>
            <a:pPr marL="211454" indent="-198755">
              <a:lnSpc>
                <a:spcPct val="100000"/>
              </a:lnSpc>
              <a:buAutoNum type="arabicPeriod" startAt="2"/>
              <a:tabLst>
                <a:tab pos="211454" algn="l"/>
              </a:tabLst>
            </a:pPr>
            <a:r>
              <a:rPr sz="2400" b="1" spc="-10" dirty="0">
                <a:solidFill>
                  <a:srgbClr val="006FC0"/>
                </a:solidFill>
                <a:cs typeface="Times New Roman"/>
              </a:rPr>
              <a:t>Tools</a:t>
            </a:r>
            <a:endParaRPr lang="en-US" sz="2400" b="1" spc="-10" dirty="0">
              <a:solidFill>
                <a:srgbClr val="006FC0"/>
              </a:solidFill>
              <a:cs typeface="Times New Roman"/>
            </a:endParaRPr>
          </a:p>
          <a:p>
            <a:pPr marL="12699">
              <a:lnSpc>
                <a:spcPct val="100000"/>
              </a:lnSpc>
              <a:tabLst>
                <a:tab pos="211454" algn="l"/>
              </a:tabLst>
            </a:pPr>
            <a:endParaRPr dirty="0">
              <a:latin typeface="Arial" panose="020B0604020202020204" pitchFamily="34" charset="0"/>
              <a:cs typeface="Arial" panose="020B0604020202020204" pitchFamily="34" charset="0"/>
            </a:endParaRPr>
          </a:p>
          <a:p>
            <a:pPr marL="73660" lvl="1" indent="-69850">
              <a:lnSpc>
                <a:spcPct val="100000"/>
              </a:lnSpc>
              <a:spcBef>
                <a:spcPts val="20"/>
              </a:spcBef>
              <a:buSzPct val="92857"/>
              <a:buFont typeface="Arial MT"/>
              <a:buChar char="•"/>
              <a:tabLst>
                <a:tab pos="73660" algn="l"/>
              </a:tabLst>
            </a:pPr>
            <a:r>
              <a:rPr dirty="0">
                <a:latin typeface="Arial" panose="020B0604020202020204" pitchFamily="34" charset="0"/>
                <a:cs typeface="Arial" panose="020B0604020202020204" pitchFamily="34" charset="0"/>
              </a:rPr>
              <a:t>HTML,</a:t>
            </a:r>
            <a:r>
              <a:rPr spc="-5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CSS,</a:t>
            </a:r>
            <a:r>
              <a:rPr spc="20"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JavaScript</a:t>
            </a:r>
            <a:endParaRPr dirty="0">
              <a:latin typeface="Arial" panose="020B0604020202020204" pitchFamily="34" charset="0"/>
              <a:cs typeface="Arial" panose="020B0604020202020204" pitchFamily="34" charset="0"/>
            </a:endParaRPr>
          </a:p>
          <a:p>
            <a:pPr marL="12700" marR="377190" lvl="1" indent="-8890">
              <a:lnSpc>
                <a:spcPts val="1650"/>
              </a:lnSpc>
              <a:spcBef>
                <a:spcPts val="65"/>
              </a:spcBef>
              <a:buSzPct val="92857"/>
              <a:buFont typeface="Arial MT"/>
              <a:buChar char="•"/>
              <a:tabLst>
                <a:tab pos="73660" algn="l"/>
              </a:tabLst>
            </a:pPr>
            <a:r>
              <a:rPr spc="-10" dirty="0">
                <a:latin typeface="Arial" panose="020B0604020202020204" pitchFamily="34" charset="0"/>
                <a:cs typeface="Arial" panose="020B0604020202020204" pitchFamily="34" charset="0"/>
              </a:rPr>
              <a:t>Web</a:t>
            </a:r>
            <a:r>
              <a:rPr spc="-15" dirty="0">
                <a:latin typeface="Arial" panose="020B0604020202020204" pitchFamily="34" charset="0"/>
                <a:cs typeface="Arial" panose="020B0604020202020204" pitchFamily="34" charset="0"/>
              </a:rPr>
              <a:t> </a:t>
            </a:r>
            <a:r>
              <a:rPr spc="-20" dirty="0">
                <a:latin typeface="Arial" panose="020B0604020202020204" pitchFamily="34" charset="0"/>
                <a:cs typeface="Arial" panose="020B0604020202020204" pitchFamily="34" charset="0"/>
              </a:rPr>
              <a:t>Speech</a:t>
            </a:r>
            <a:r>
              <a:rPr spc="-9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API</a:t>
            </a:r>
            <a:r>
              <a:rPr spc="-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(voice alerts)</a:t>
            </a:r>
            <a:endParaRPr dirty="0">
              <a:latin typeface="Arial" panose="020B0604020202020204" pitchFamily="34" charset="0"/>
              <a:cs typeface="Arial" panose="020B0604020202020204" pitchFamily="34" charset="0"/>
            </a:endParaRPr>
          </a:p>
          <a:p>
            <a:pPr>
              <a:lnSpc>
                <a:spcPct val="100000"/>
              </a:lnSpc>
              <a:spcBef>
                <a:spcPts val="114"/>
              </a:spcBef>
            </a:pPr>
            <a:endParaRPr sz="1400" dirty="0">
              <a:latin typeface="Times New Roman"/>
              <a:cs typeface="Times New Roman"/>
            </a:endParaRPr>
          </a:p>
          <a:p>
            <a:pPr marL="211454" indent="-198755">
              <a:lnSpc>
                <a:spcPct val="100000"/>
              </a:lnSpc>
              <a:buAutoNum type="arabicPeriod" startAt="3"/>
              <a:tabLst>
                <a:tab pos="211454" algn="l"/>
              </a:tabLst>
            </a:pPr>
            <a:r>
              <a:rPr sz="2400" b="1" spc="-10" dirty="0">
                <a:solidFill>
                  <a:srgbClr val="006FC0"/>
                </a:solidFill>
                <a:latin typeface="Arial" panose="020B0604020202020204" pitchFamily="34" charset="0"/>
                <a:cs typeface="Arial" panose="020B0604020202020204" pitchFamily="34" charset="0"/>
              </a:rPr>
              <a:t>Techniques</a:t>
            </a:r>
            <a:endParaRPr lang="en-US" sz="2400" b="1" spc="-10" dirty="0">
              <a:solidFill>
                <a:srgbClr val="006FC0"/>
              </a:solidFill>
              <a:latin typeface="Arial" panose="020B0604020202020204" pitchFamily="34" charset="0"/>
              <a:cs typeface="Arial" panose="020B0604020202020204" pitchFamily="34" charset="0"/>
            </a:endParaRPr>
          </a:p>
          <a:p>
            <a:pPr marL="12699">
              <a:lnSpc>
                <a:spcPct val="100000"/>
              </a:lnSpc>
              <a:tabLst>
                <a:tab pos="211454" algn="l"/>
              </a:tabLst>
            </a:pPr>
            <a:endParaRPr sz="1550" dirty="0">
              <a:latin typeface="Times New Roman"/>
              <a:cs typeface="Times New Roman"/>
            </a:endParaRPr>
          </a:p>
          <a:p>
            <a:pPr marL="12700" marR="80010" lvl="1" indent="-8890">
              <a:lnSpc>
                <a:spcPts val="1650"/>
              </a:lnSpc>
              <a:spcBef>
                <a:spcPts val="100"/>
              </a:spcBef>
              <a:buSzPct val="92857"/>
              <a:buFont typeface="Arial MT"/>
              <a:buChar char="•"/>
              <a:tabLst>
                <a:tab pos="73660" algn="l"/>
              </a:tabLst>
            </a:pPr>
            <a:r>
              <a:rPr sz="1400" spc="-10" dirty="0">
                <a:latin typeface="Times New Roman"/>
                <a:cs typeface="Times New Roman"/>
              </a:rPr>
              <a:t>	</a:t>
            </a:r>
            <a:r>
              <a:rPr spc="-10" dirty="0">
                <a:latin typeface="Arial" panose="020B0604020202020204" pitchFamily="34" charset="0"/>
                <a:cs typeface="Arial" panose="020B0604020202020204" pitchFamily="34" charset="0"/>
              </a:rPr>
              <a:t>Real-</a:t>
            </a:r>
            <a:r>
              <a:rPr dirty="0">
                <a:latin typeface="Arial" panose="020B0604020202020204" pitchFamily="34" charset="0"/>
                <a:cs typeface="Arial" panose="020B0604020202020204" pitchFamily="34" charset="0"/>
              </a:rPr>
              <a:t>time</a:t>
            </a:r>
            <a:r>
              <a:rPr spc="-2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data</a:t>
            </a:r>
            <a:r>
              <a:rPr spc="-2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update</a:t>
            </a:r>
            <a:r>
              <a:rPr spc="-20" dirty="0">
                <a:latin typeface="Arial" panose="020B0604020202020204" pitchFamily="34" charset="0"/>
                <a:cs typeface="Arial" panose="020B0604020202020204" pitchFamily="34" charset="0"/>
              </a:rPr>
              <a:t> using </a:t>
            </a:r>
            <a:r>
              <a:rPr spc="-10" dirty="0">
                <a:latin typeface="Arial" panose="020B0604020202020204" pitchFamily="34" charset="0"/>
                <a:cs typeface="Arial" panose="020B0604020202020204" pitchFamily="34" charset="0"/>
              </a:rPr>
              <a:t>JavaScript</a:t>
            </a:r>
            <a:endParaRPr dirty="0">
              <a:latin typeface="Arial" panose="020B0604020202020204" pitchFamily="34" charset="0"/>
              <a:cs typeface="Arial" panose="020B0604020202020204" pitchFamily="34" charset="0"/>
            </a:endParaRPr>
          </a:p>
          <a:p>
            <a:pPr marL="73660" lvl="1" indent="-69850">
              <a:lnSpc>
                <a:spcPts val="1664"/>
              </a:lnSpc>
              <a:buSzPct val="92857"/>
              <a:buFont typeface="Arial MT"/>
              <a:buChar char="•"/>
              <a:tabLst>
                <a:tab pos="73660" algn="l"/>
              </a:tabLst>
            </a:pPr>
            <a:r>
              <a:rPr dirty="0">
                <a:latin typeface="Arial" panose="020B0604020202020204" pitchFamily="34" charset="0"/>
                <a:cs typeface="Arial" panose="020B0604020202020204" pitchFamily="34" charset="0"/>
              </a:rPr>
              <a:t>Chatbot</a:t>
            </a:r>
            <a:r>
              <a:rPr spc="-4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interface</a:t>
            </a:r>
            <a:r>
              <a:rPr spc="-4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design</a:t>
            </a:r>
            <a:endParaRPr dirty="0">
              <a:latin typeface="Arial" panose="020B0604020202020204" pitchFamily="34" charset="0"/>
              <a:cs typeface="Arial" panose="020B0604020202020204" pitchFamily="34" charset="0"/>
            </a:endParaRPr>
          </a:p>
          <a:p>
            <a:pPr marL="73660" lvl="1" indent="-69850">
              <a:lnSpc>
                <a:spcPts val="1650"/>
              </a:lnSpc>
              <a:buSzPct val="92857"/>
              <a:buFont typeface="Arial MT"/>
              <a:buChar char="•"/>
              <a:tabLst>
                <a:tab pos="73660" algn="l"/>
              </a:tabLst>
            </a:pPr>
            <a:r>
              <a:rPr dirty="0">
                <a:latin typeface="Arial" panose="020B0604020202020204" pitchFamily="34" charset="0"/>
                <a:cs typeface="Arial" panose="020B0604020202020204" pitchFamily="34" charset="0"/>
              </a:rPr>
              <a:t>Responsive</a:t>
            </a:r>
            <a:r>
              <a:rPr spc="-5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UI/UX</a:t>
            </a:r>
            <a:r>
              <a:rPr spc="-10" dirty="0">
                <a:latin typeface="Arial" panose="020B0604020202020204" pitchFamily="34" charset="0"/>
                <a:cs typeface="Arial" panose="020B0604020202020204" pitchFamily="34" charset="0"/>
              </a:rPr>
              <a:t> design</a:t>
            </a:r>
            <a:endParaRPr dirty="0">
              <a:latin typeface="Arial" panose="020B0604020202020204" pitchFamily="34" charset="0"/>
              <a:cs typeface="Arial" panose="020B0604020202020204" pitchFamily="34" charset="0"/>
            </a:endParaRPr>
          </a:p>
          <a:p>
            <a:pPr marL="73660" lvl="1" indent="-69850">
              <a:lnSpc>
                <a:spcPts val="1664"/>
              </a:lnSpc>
              <a:buSzPct val="92857"/>
              <a:buFont typeface="Arial MT"/>
              <a:buChar char="•"/>
              <a:tabLst>
                <a:tab pos="73660" algn="l"/>
              </a:tabLst>
            </a:pPr>
            <a:r>
              <a:rPr dirty="0">
                <a:latin typeface="Arial" panose="020B0604020202020204" pitchFamily="34" charset="0"/>
                <a:cs typeface="Arial" panose="020B0604020202020204" pitchFamily="34" charset="0"/>
              </a:rPr>
              <a:t>Data</a:t>
            </a:r>
            <a:r>
              <a:rPr spc="-30"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storage</a:t>
            </a:r>
            <a:r>
              <a:rPr spc="-2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using</a:t>
            </a:r>
            <a:r>
              <a:rPr spc="-35" dirty="0">
                <a:latin typeface="Arial" panose="020B0604020202020204" pitchFamily="34" charset="0"/>
                <a:cs typeface="Arial" panose="020B0604020202020204" pitchFamily="34" charset="0"/>
              </a:rPr>
              <a:t> </a:t>
            </a:r>
            <a:r>
              <a:rPr spc="-20" dirty="0">
                <a:latin typeface="Arial" panose="020B0604020202020204" pitchFamily="34" charset="0"/>
                <a:cs typeface="Arial" panose="020B0604020202020204" pitchFamily="34" charset="0"/>
              </a:rPr>
              <a:t>local</a:t>
            </a:r>
            <a:endParaRPr dirty="0">
              <a:latin typeface="Arial" panose="020B0604020202020204" pitchFamily="34" charset="0"/>
              <a:cs typeface="Arial" panose="020B0604020202020204" pitchFamily="34" charset="0"/>
            </a:endParaRPr>
          </a:p>
          <a:p>
            <a:pPr marL="12700">
              <a:lnSpc>
                <a:spcPct val="100000"/>
              </a:lnSpc>
              <a:spcBef>
                <a:spcPts val="45"/>
              </a:spcBef>
            </a:pPr>
            <a:r>
              <a:rPr dirty="0">
                <a:latin typeface="Arial" panose="020B0604020202020204" pitchFamily="34" charset="0"/>
                <a:cs typeface="Arial" panose="020B0604020202020204" pitchFamily="34" charset="0"/>
              </a:rPr>
              <a:t>storage</a:t>
            </a:r>
            <a:r>
              <a:rPr spc="-35" dirty="0">
                <a:latin typeface="Arial" panose="020B0604020202020204" pitchFamily="34" charset="0"/>
                <a:cs typeface="Arial" panose="020B0604020202020204" pitchFamily="34" charset="0"/>
              </a:rPr>
              <a:t> </a:t>
            </a:r>
            <a:r>
              <a:rPr dirty="0">
                <a:latin typeface="Arial" panose="020B0604020202020204" pitchFamily="34" charset="0"/>
                <a:cs typeface="Arial" panose="020B0604020202020204" pitchFamily="34" charset="0"/>
              </a:rPr>
              <a:t>(frontend</a:t>
            </a:r>
            <a:r>
              <a:rPr spc="-35" dirty="0">
                <a:latin typeface="Arial" panose="020B0604020202020204" pitchFamily="34" charset="0"/>
                <a:cs typeface="Arial" panose="020B0604020202020204" pitchFamily="34" charset="0"/>
              </a:rPr>
              <a:t> </a:t>
            </a:r>
            <a:r>
              <a:rPr spc="-10" dirty="0">
                <a:latin typeface="Arial" panose="020B0604020202020204" pitchFamily="34" charset="0"/>
                <a:cs typeface="Arial" panose="020B0604020202020204" pitchFamily="34" charset="0"/>
              </a:rPr>
              <a:t>level)</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5476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A2C724-1B86-66E6-10B8-CC37EA235766}"/>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pic>
        <p:nvPicPr>
          <p:cNvPr id="6" name="Picture 5">
            <a:extLst>
              <a:ext uri="{FF2B5EF4-FFF2-40B4-BE49-F238E27FC236}">
                <a16:creationId xmlns:a16="http://schemas.microsoft.com/office/drawing/2014/main" id="{0E6E0D6B-8227-A1C5-0D3F-AD53D76F01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1" y="0"/>
            <a:ext cx="3581399" cy="3048000"/>
          </a:xfrm>
          <a:prstGeom prst="rect">
            <a:avLst/>
          </a:prstGeom>
        </p:spPr>
      </p:pic>
      <p:pic>
        <p:nvPicPr>
          <p:cNvPr id="8" name="Picture 7">
            <a:extLst>
              <a:ext uri="{FF2B5EF4-FFF2-40B4-BE49-F238E27FC236}">
                <a16:creationId xmlns:a16="http://schemas.microsoft.com/office/drawing/2014/main" id="{29ED6DE6-723A-2CB4-0BC8-6AE716A797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1" y="0"/>
            <a:ext cx="2971799" cy="3581400"/>
          </a:xfrm>
          <a:prstGeom prst="rect">
            <a:avLst/>
          </a:prstGeom>
        </p:spPr>
      </p:pic>
      <p:pic>
        <p:nvPicPr>
          <p:cNvPr id="10" name="Picture 9">
            <a:extLst>
              <a:ext uri="{FF2B5EF4-FFF2-40B4-BE49-F238E27FC236}">
                <a16:creationId xmlns:a16="http://schemas.microsoft.com/office/drawing/2014/main" id="{862AF874-C5D2-8F01-586A-A025A3CCFE8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10200" y="4038600"/>
            <a:ext cx="3733800" cy="2819400"/>
          </a:xfrm>
          <a:prstGeom prst="rect">
            <a:avLst/>
          </a:prstGeom>
        </p:spPr>
      </p:pic>
      <p:pic>
        <p:nvPicPr>
          <p:cNvPr id="12" name="Picture 11">
            <a:extLst>
              <a:ext uri="{FF2B5EF4-FFF2-40B4-BE49-F238E27FC236}">
                <a16:creationId xmlns:a16="http://schemas.microsoft.com/office/drawing/2014/main" id="{38ED704A-F776-540E-7794-AED79D158A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6800" y="4152900"/>
            <a:ext cx="3200400" cy="2667000"/>
          </a:xfrm>
          <a:prstGeom prst="rect">
            <a:avLst/>
          </a:prstGeom>
        </p:spPr>
      </p:pic>
      <p:cxnSp>
        <p:nvCxnSpPr>
          <p:cNvPr id="14" name="Straight Arrow Connector 13">
            <a:extLst>
              <a:ext uri="{FF2B5EF4-FFF2-40B4-BE49-F238E27FC236}">
                <a16:creationId xmlns:a16="http://schemas.microsoft.com/office/drawing/2014/main" id="{0612754D-B5AC-5B1D-A3AC-ACBDEB5047BF}"/>
              </a:ext>
            </a:extLst>
          </p:cNvPr>
          <p:cNvCxnSpPr>
            <a:cxnSpLocks/>
          </p:cNvCxnSpPr>
          <p:nvPr/>
        </p:nvCxnSpPr>
        <p:spPr>
          <a:xfrm>
            <a:off x="4876800" y="1821426"/>
            <a:ext cx="12192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C6B5ACD-9AA1-83EB-7271-53D811B38C52}"/>
              </a:ext>
            </a:extLst>
          </p:cNvPr>
          <p:cNvCxnSpPr/>
          <p:nvPr/>
        </p:nvCxnSpPr>
        <p:spPr>
          <a:xfrm>
            <a:off x="7467600" y="3429000"/>
            <a:ext cx="0" cy="609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6CF9DC0-7AC5-9268-F92E-34F3DFD98DAF}"/>
              </a:ext>
            </a:extLst>
          </p:cNvPr>
          <p:cNvCxnSpPr>
            <a:stCxn id="10" idx="1"/>
          </p:cNvCxnSpPr>
          <p:nvPr/>
        </p:nvCxnSpPr>
        <p:spPr>
          <a:xfrm flipH="1">
            <a:off x="4419600" y="5448300"/>
            <a:ext cx="990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2653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E806-6E3F-D641-CC45-C096B45AA5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05EF1-F5B9-B995-EEB0-94A429489E4E}"/>
              </a:ext>
            </a:extLst>
          </p:cNvPr>
          <p:cNvSpPr>
            <a:spLocks noGrp="1"/>
          </p:cNvSpPr>
          <p:nvPr>
            <p:ph type="ctrTitle"/>
          </p:nvPr>
        </p:nvSpPr>
        <p:spPr>
          <a:xfrm>
            <a:off x="1447800" y="296584"/>
            <a:ext cx="7239412" cy="1434689"/>
          </a:xfrm>
        </p:spPr>
        <p:txBody>
          <a:bodyPr>
            <a:noAutofit/>
          </a:bodyPr>
          <a:lstStyle/>
          <a:p>
            <a:r>
              <a:rPr lang="en-US" dirty="0">
                <a:solidFill>
                  <a:srgbClr val="0070C0"/>
                </a:solidFill>
              </a:rPr>
              <a:t>Results &amp; Analysis</a:t>
            </a:r>
            <a:br>
              <a:rPr lang="en-US" dirty="0">
                <a:solidFill>
                  <a:srgbClr val="0070C0"/>
                </a:solidFill>
              </a:rPr>
            </a:br>
            <a:r>
              <a:rPr lang="en-US" sz="2800" dirty="0">
                <a:solidFill>
                  <a:schemeClr val="tx1"/>
                </a:solidFill>
                <a:latin typeface="Arial" panose="020B0604020202020204" pitchFamily="34" charset="0"/>
                <a:cs typeface="Arial" panose="020B0604020202020204" pitchFamily="34" charset="0"/>
              </a:rPr>
              <a:t>Graph</a:t>
            </a:r>
            <a:r>
              <a:rPr lang="en-US" dirty="0">
                <a:solidFill>
                  <a:srgbClr val="0070C0"/>
                </a:solidFill>
              </a:rPr>
              <a:t> </a:t>
            </a:r>
            <a:endParaRPr lang="en-US" dirty="0"/>
          </a:p>
        </p:txBody>
      </p:sp>
      <p:sp>
        <p:nvSpPr>
          <p:cNvPr id="3" name="Subtitle 2">
            <a:extLst>
              <a:ext uri="{FF2B5EF4-FFF2-40B4-BE49-F238E27FC236}">
                <a16:creationId xmlns:a16="http://schemas.microsoft.com/office/drawing/2014/main" id="{BC69704A-45E0-7FBC-F514-3353D27C1BE8}"/>
              </a:ext>
            </a:extLst>
          </p:cNvPr>
          <p:cNvSpPr>
            <a:spLocks noGrp="1"/>
          </p:cNvSpPr>
          <p:nvPr>
            <p:ph type="subTitle" idx="1"/>
          </p:nvPr>
        </p:nvSpPr>
        <p:spPr>
          <a:xfrm>
            <a:off x="1341532" y="1834148"/>
            <a:ext cx="7406640" cy="2585451"/>
          </a:xfrm>
        </p:spPr>
        <p:txBody>
          <a:bodyPr>
            <a:normAutofit/>
          </a:bodyPr>
          <a:lstStyle/>
          <a:p>
            <a:endParaRPr lang="en-IN" dirty="0"/>
          </a:p>
          <a:p>
            <a:endParaRPr lang="en-US" dirty="0"/>
          </a:p>
        </p:txBody>
      </p:sp>
      <p:pic>
        <p:nvPicPr>
          <p:cNvPr id="4" name="Picture 3">
            <a:extLst>
              <a:ext uri="{FF2B5EF4-FFF2-40B4-BE49-F238E27FC236}">
                <a16:creationId xmlns:a16="http://schemas.microsoft.com/office/drawing/2014/main" id="{4FFC6859-FD29-DDAF-31EA-4CFA05E37B28}"/>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pic>
        <p:nvPicPr>
          <p:cNvPr id="6" name="Picture 5">
            <a:extLst>
              <a:ext uri="{FF2B5EF4-FFF2-40B4-BE49-F238E27FC236}">
                <a16:creationId xmlns:a16="http://schemas.microsoft.com/office/drawing/2014/main" id="{75F45EC0-06F4-4200-7968-E02A39D602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419" y="1662874"/>
            <a:ext cx="8001000" cy="5195126"/>
          </a:xfrm>
          <a:prstGeom prst="rect">
            <a:avLst/>
          </a:prstGeom>
        </p:spPr>
      </p:pic>
    </p:spTree>
    <p:extLst>
      <p:ext uri="{BB962C8B-B14F-4D97-AF65-F5344CB8AC3E}">
        <p14:creationId xmlns:p14="http://schemas.microsoft.com/office/powerpoint/2010/main" val="1664951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22CB7-5D1E-EAAD-EB14-735138AFCECC}"/>
              </a:ext>
            </a:extLst>
          </p:cNvPr>
          <p:cNvSpPr>
            <a:spLocks noGrp="1"/>
          </p:cNvSpPr>
          <p:nvPr>
            <p:ph type="title"/>
          </p:nvPr>
        </p:nvSpPr>
        <p:spPr>
          <a:xfrm>
            <a:off x="1371600" y="304800"/>
            <a:ext cx="7409687" cy="1600200"/>
          </a:xfrm>
        </p:spPr>
        <p:txBody>
          <a:bodyPr>
            <a:normAutofit/>
          </a:bodyPr>
          <a:lstStyle/>
          <a:p>
            <a:r>
              <a:rPr lang="en-US" sz="2800" dirty="0">
                <a:solidFill>
                  <a:schemeClr val="tx1"/>
                </a:solidFill>
                <a:latin typeface="+mn-lt"/>
              </a:rPr>
              <a:t>Key Outcomes</a:t>
            </a:r>
            <a:br>
              <a:rPr lang="en-US" sz="2800" dirty="0">
                <a:solidFill>
                  <a:schemeClr val="tx1"/>
                </a:solidFill>
                <a:latin typeface="+mn-lt"/>
              </a:rPr>
            </a:br>
            <a:br>
              <a:rPr lang="en-US" sz="2800" dirty="0">
                <a:solidFill>
                  <a:schemeClr val="tx1"/>
                </a:solidFill>
                <a:latin typeface="+mn-lt"/>
              </a:rPr>
            </a:br>
            <a:endParaRPr lang="en-IN" sz="2800" dirty="0">
              <a:solidFill>
                <a:schemeClr val="tx1"/>
              </a:solidFill>
              <a:latin typeface="+mn-lt"/>
            </a:endParaRPr>
          </a:p>
        </p:txBody>
      </p:sp>
      <p:pic>
        <p:nvPicPr>
          <p:cNvPr id="4" name="Picture 3">
            <a:extLst>
              <a:ext uri="{FF2B5EF4-FFF2-40B4-BE49-F238E27FC236}">
                <a16:creationId xmlns:a16="http://schemas.microsoft.com/office/drawing/2014/main" id="{E4D741A2-192B-E8C6-8A6C-0B10EBB38BBD}"/>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7206" y="149725"/>
            <a:ext cx="1743456" cy="1407600"/>
          </a:xfrm>
          <a:prstGeom prst="rect">
            <a:avLst/>
          </a:prstGeom>
        </p:spPr>
      </p:pic>
      <p:sp>
        <p:nvSpPr>
          <p:cNvPr id="5" name="Rectangle 1">
            <a:extLst>
              <a:ext uri="{FF2B5EF4-FFF2-40B4-BE49-F238E27FC236}">
                <a16:creationId xmlns:a16="http://schemas.microsoft.com/office/drawing/2014/main" id="{C2F6A7B6-9EF4-84C2-AA10-383189BE49A9}"/>
              </a:ext>
            </a:extLst>
          </p:cNvPr>
          <p:cNvSpPr>
            <a:spLocks noGrp="1" noChangeArrowheads="1"/>
          </p:cNvSpPr>
          <p:nvPr>
            <p:ph idx="1"/>
          </p:nvPr>
        </p:nvSpPr>
        <p:spPr bwMode="auto">
          <a:xfrm>
            <a:off x="1354394" y="1043732"/>
            <a:ext cx="7713406"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Significant reduction in patient waiting time</a:t>
            </a:r>
            <a:r>
              <a:rPr lang="en-US" altLang="en-US" sz="1800" dirty="0">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Better handling of emergency cases through priority system.</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Enhanced patient experience with real-time updates and AI support.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Increased transparency and reduced overcrowding.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strike="noStrike" cap="none" normalizeH="0" baseline="0" dirty="0">
                <a:ln>
                  <a:noFill/>
                </a:ln>
                <a:solidFill>
                  <a:schemeClr val="tx1"/>
                </a:solidFill>
                <a:effectLst/>
              </a:rPr>
              <a:t>Comparisons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Parameters </a:t>
            </a:r>
            <a:r>
              <a:rPr lang="en-US" altLang="en-US" sz="2000" dirty="0"/>
              <a:t>         </a:t>
            </a:r>
            <a:r>
              <a:rPr kumimoji="0" lang="en-US" altLang="en-US" sz="2000" b="0" i="0" u="none" strike="noStrike" cap="none" normalizeH="0" baseline="0" dirty="0">
                <a:ln>
                  <a:noFill/>
                </a:ln>
                <a:solidFill>
                  <a:schemeClr val="tx1"/>
                </a:solidFill>
                <a:effectLst/>
              </a:rPr>
              <a:t>           </a:t>
            </a:r>
            <a:r>
              <a:rPr kumimoji="0" lang="en-US" altLang="en-US" sz="2400" b="0" i="0" u="none" strike="noStrike" cap="none" normalizeH="0" baseline="0" dirty="0">
                <a:ln>
                  <a:noFill/>
                </a:ln>
                <a:solidFill>
                  <a:schemeClr val="tx1"/>
                </a:solidFill>
                <a:effectLst/>
              </a:rPr>
              <a:t>Before System</a:t>
            </a:r>
            <a:r>
              <a:rPr kumimoji="0" lang="en-US" altLang="en-US" sz="2000" b="0" i="0" u="none" strike="noStrike" cap="none" normalizeH="0" baseline="0" dirty="0">
                <a:ln>
                  <a:noFill/>
                </a:ln>
                <a:solidFill>
                  <a:schemeClr val="tx1"/>
                </a:solidFill>
                <a:effectLst/>
              </a:rPr>
              <a:t>              </a:t>
            </a:r>
            <a:r>
              <a:rPr kumimoji="0" lang="en-US" altLang="en-US" sz="2400" b="0" i="0" u="none" strike="noStrike" cap="none" normalizeH="0" baseline="0" dirty="0">
                <a:ln>
                  <a:noFill/>
                </a:ln>
                <a:solidFill>
                  <a:schemeClr val="tx1"/>
                </a:solidFill>
                <a:effectLst/>
              </a:rPr>
              <a:t>After system</a:t>
            </a:r>
          </a:p>
          <a:p>
            <a:pPr marL="0" marR="0" lvl="0" indent="0" algn="l" defTabSz="914400" rtl="0" eaLnBrk="0" fontAlgn="base" latinLnBrk="0" hangingPunct="0">
              <a:lnSpc>
                <a:spcPct val="100000"/>
              </a:lnSpc>
              <a:spcBef>
                <a:spcPct val="0"/>
              </a:spcBef>
              <a:spcAft>
                <a:spcPct val="0"/>
              </a:spcAft>
              <a:buClrTx/>
              <a:buSzTx/>
              <a:buFontTx/>
              <a:buNone/>
              <a:tabLst/>
            </a:pPr>
            <a:r>
              <a:rPr lang="en-IN" sz="1800" dirty="0">
                <a:latin typeface="Arial" panose="020B0604020202020204" pitchFamily="34" charset="0"/>
                <a:cs typeface="Arial" panose="020B0604020202020204" pitchFamily="34" charset="0"/>
              </a:rPr>
              <a:t>Waiting Time                           High                                      Low </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Queue Management               Manual                                  Automated</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Real-time Updates                  Not Available                         </a:t>
            </a:r>
            <a:r>
              <a:rPr lang="en-IN" sz="1800" dirty="0" err="1">
                <a:latin typeface="Arial" panose="020B0604020202020204" pitchFamily="34" charset="0"/>
                <a:cs typeface="Arial" panose="020B0604020202020204" pitchFamily="34" charset="0"/>
              </a:rPr>
              <a:t>Available</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Emergency Handling               Not Efficient                          Priority based </a:t>
            </a:r>
          </a:p>
          <a:p>
            <a:pPr marL="0" lvl="0" indent="0" eaLnBrk="0" fontAlgn="base" hangingPunct="0">
              <a:spcBef>
                <a:spcPct val="0"/>
              </a:spcBef>
              <a:spcAft>
                <a:spcPct val="0"/>
              </a:spcAft>
              <a:buClrTx/>
              <a:buSzTx/>
              <a:buNone/>
            </a:pPr>
            <a:r>
              <a:rPr lang="en-IN" sz="1800" dirty="0">
                <a:latin typeface="Arial" panose="020B0604020202020204" pitchFamily="34" charset="0"/>
                <a:cs typeface="Arial" panose="020B0604020202020204" pitchFamily="34" charset="0"/>
              </a:rPr>
              <a:t>Patient Satisfaction                  Moderate                              High</a:t>
            </a:r>
            <a:r>
              <a:rPr lang="en-IN" sz="1800" dirty="0"/>
              <a:t> </a:t>
            </a:r>
            <a:br>
              <a:rPr lang="en-IN" sz="1800" dirty="0"/>
            </a:br>
            <a:r>
              <a:rPr lang="en-IN" sz="1800" dirty="0">
                <a:latin typeface="Arial" panose="020B0604020202020204" pitchFamily="34" charset="0"/>
                <a:cs typeface="Arial" panose="020B0604020202020204" pitchFamily="34" charset="0"/>
              </a:rPr>
              <a:t>Transparency                           Low                                       High</a:t>
            </a:r>
            <a:br>
              <a:rPr lang="en-IN" sz="1800" dirty="0"/>
            </a:br>
            <a:r>
              <a:rPr lang="en-IN" sz="1800" dirty="0">
                <a:latin typeface="Arial" panose="020B0604020202020204" pitchFamily="34" charset="0"/>
                <a:cs typeface="Arial" panose="020B0604020202020204" pitchFamily="34" charset="0"/>
              </a:rPr>
              <a:t>AI Assistance                            Not Available                       </a:t>
            </a:r>
            <a:r>
              <a:rPr lang="en-IN" sz="1800" dirty="0" err="1">
                <a:latin typeface="Arial" panose="020B0604020202020204" pitchFamily="34" charset="0"/>
                <a:cs typeface="Arial" panose="020B0604020202020204" pitchFamily="34" charset="0"/>
              </a:rPr>
              <a:t>Available</a:t>
            </a:r>
            <a:br>
              <a:rPr lang="en-IN" sz="1800" dirty="0">
                <a:latin typeface="Arial" panose="020B0604020202020204" pitchFamily="34" charset="0"/>
                <a:cs typeface="Arial" panose="020B0604020202020204" pitchFamily="34" charset="0"/>
              </a:rPr>
            </a:br>
            <a:r>
              <a:rPr lang="en-IN" sz="1800" dirty="0">
                <a:latin typeface="Arial" panose="020B0604020202020204" pitchFamily="34" charset="0"/>
                <a:cs typeface="Arial" panose="020B0604020202020204" pitchFamily="34" charset="0"/>
              </a:rPr>
              <a:t>Multilingual Support                  Not Available                       </a:t>
            </a:r>
            <a:r>
              <a:rPr lang="en-IN" sz="1800" dirty="0" err="1">
                <a:latin typeface="Arial" panose="020B0604020202020204" pitchFamily="34" charset="0"/>
                <a:cs typeface="Arial" panose="020B0604020202020204" pitchFamily="34" charset="0"/>
              </a:rPr>
              <a:t>Available</a:t>
            </a:r>
            <a:r>
              <a:rPr lang="en-IN" sz="1800" dirty="0">
                <a:latin typeface="Arial" panose="020B0604020202020204" pitchFamily="34" charset="0"/>
                <a:cs typeface="Arial" panose="020B0604020202020204" pitchFamily="34" charset="0"/>
              </a:rPr>
              <a:t>            </a:t>
            </a:r>
          </a:p>
        </p:txBody>
      </p:sp>
      <p:cxnSp>
        <p:nvCxnSpPr>
          <p:cNvPr id="7" name="Straight Connector 6">
            <a:extLst>
              <a:ext uri="{FF2B5EF4-FFF2-40B4-BE49-F238E27FC236}">
                <a16:creationId xmlns:a16="http://schemas.microsoft.com/office/drawing/2014/main" id="{0D19311A-30C1-6F62-C9B9-AB87436B2E30}"/>
              </a:ext>
            </a:extLst>
          </p:cNvPr>
          <p:cNvCxnSpPr>
            <a:cxnSpLocks/>
          </p:cNvCxnSpPr>
          <p:nvPr/>
        </p:nvCxnSpPr>
        <p:spPr>
          <a:xfrm>
            <a:off x="3810000" y="3352800"/>
            <a:ext cx="0" cy="24614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E3442C5-3323-3A95-5E10-B42B9D6C557C}"/>
              </a:ext>
            </a:extLst>
          </p:cNvPr>
          <p:cNvCxnSpPr>
            <a:cxnSpLocks/>
          </p:cNvCxnSpPr>
          <p:nvPr/>
        </p:nvCxnSpPr>
        <p:spPr>
          <a:xfrm>
            <a:off x="6629400" y="3352800"/>
            <a:ext cx="0" cy="246146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457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57-445B-FA9D-658B-E13F17EE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95196-3E35-2F93-92F3-AF001BC22AFB}"/>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Conclusion &amp; Future Work</a:t>
            </a:r>
            <a:endParaRPr lang="en-US" dirty="0"/>
          </a:p>
        </p:txBody>
      </p:sp>
      <p:sp>
        <p:nvSpPr>
          <p:cNvPr id="3" name="Subtitle 2">
            <a:extLst>
              <a:ext uri="{FF2B5EF4-FFF2-40B4-BE49-F238E27FC236}">
                <a16:creationId xmlns:a16="http://schemas.microsoft.com/office/drawing/2014/main" id="{6A95EFBB-EA43-E708-7935-0963BD2865DA}"/>
              </a:ext>
            </a:extLst>
          </p:cNvPr>
          <p:cNvSpPr>
            <a:spLocks noGrp="1"/>
          </p:cNvSpPr>
          <p:nvPr>
            <p:ph type="subTitle" idx="1"/>
          </p:nvPr>
        </p:nvSpPr>
        <p:spPr>
          <a:xfrm>
            <a:off x="1459642" y="1407600"/>
            <a:ext cx="6480810" cy="14312900"/>
          </a:xfrm>
        </p:spPr>
        <p:txBody>
          <a:bodyPr/>
          <a:lstStyle/>
          <a:p>
            <a:r>
              <a:rPr lang="en-IN" dirty="0"/>
              <a:t>• Summary</a:t>
            </a:r>
          </a:p>
          <a:p>
            <a:endParaRPr lang="en-IN" dirty="0"/>
          </a:p>
          <a:p>
            <a:endParaRPr lang="en-IN" dirty="0"/>
          </a:p>
          <a:p>
            <a:endParaRPr lang="en-IN" dirty="0"/>
          </a:p>
          <a:p>
            <a:endParaRPr lang="en-IN" dirty="0"/>
          </a:p>
          <a:p>
            <a:r>
              <a:rPr lang="en-IN" dirty="0"/>
              <a:t>• Key takeaway</a:t>
            </a:r>
          </a:p>
        </p:txBody>
      </p:sp>
      <p:pic>
        <p:nvPicPr>
          <p:cNvPr id="4" name="Picture 3">
            <a:extLst>
              <a:ext uri="{FF2B5EF4-FFF2-40B4-BE49-F238E27FC236}">
                <a16:creationId xmlns:a16="http://schemas.microsoft.com/office/drawing/2014/main" id="{0A739B26-CED1-BB41-57AE-DA1A0EC9A553}"/>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Rectangle 1">
            <a:extLst>
              <a:ext uri="{FF2B5EF4-FFF2-40B4-BE49-F238E27FC236}">
                <a16:creationId xmlns:a16="http://schemas.microsoft.com/office/drawing/2014/main" id="{AD395F79-AEB8-547B-499D-19A35B73A3DF}"/>
              </a:ext>
            </a:extLst>
          </p:cNvPr>
          <p:cNvSpPr>
            <a:spLocks noChangeArrowheads="1"/>
          </p:cNvSpPr>
          <p:nvPr/>
        </p:nvSpPr>
        <p:spPr bwMode="auto">
          <a:xfrm>
            <a:off x="1520190" y="1619944"/>
            <a:ext cx="739521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Digital Queue Management System successfully improves hospital efficiency by reducing waiting time and enabling real-time queue tracking. It integrates patient and doctor dashboards, emergency prioritization, multilingual support, and an AI chatbot to enhance overall healthcare experience.</a:t>
            </a:r>
          </a:p>
        </p:txBody>
      </p:sp>
      <p:sp>
        <p:nvSpPr>
          <p:cNvPr id="6" name="Rectangle 2">
            <a:extLst>
              <a:ext uri="{FF2B5EF4-FFF2-40B4-BE49-F238E27FC236}">
                <a16:creationId xmlns:a16="http://schemas.microsoft.com/office/drawing/2014/main" id="{83794302-17EC-97A8-FD13-04A565D8D0C0}"/>
              </a:ext>
            </a:extLst>
          </p:cNvPr>
          <p:cNvSpPr>
            <a:spLocks noChangeArrowheads="1"/>
          </p:cNvSpPr>
          <p:nvPr/>
        </p:nvSpPr>
        <p:spPr bwMode="auto">
          <a:xfrm>
            <a:off x="1459642" y="4191000"/>
            <a:ext cx="745575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Reduces patient waiting time and overcrowding.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Improves hospital workflow and resource utilization.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Enables real-time tracking and better transparency.</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Enhances patient experience using AI and multilingual support.</a:t>
            </a:r>
          </a:p>
        </p:txBody>
      </p:sp>
    </p:spTree>
    <p:extLst>
      <p:ext uri="{BB962C8B-B14F-4D97-AF65-F5344CB8AC3E}">
        <p14:creationId xmlns:p14="http://schemas.microsoft.com/office/powerpoint/2010/main" val="404424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30C7-18C6-E346-27F7-FBCC0F0EA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48C67C-F371-AAD0-0211-CDDED8F54A1E}"/>
              </a:ext>
            </a:extLst>
          </p:cNvPr>
          <p:cNvSpPr>
            <a:spLocks noGrp="1"/>
          </p:cNvSpPr>
          <p:nvPr>
            <p:ph type="ctrTitle"/>
          </p:nvPr>
        </p:nvSpPr>
        <p:spPr>
          <a:xfrm>
            <a:off x="1463452" y="426549"/>
            <a:ext cx="7162800" cy="706902"/>
          </a:xfrm>
        </p:spPr>
        <p:txBody>
          <a:bodyPr>
            <a:noAutofit/>
          </a:bodyPr>
          <a:lstStyle/>
          <a:p>
            <a:r>
              <a:rPr lang="en-US" dirty="0">
                <a:solidFill>
                  <a:srgbClr val="0070C0"/>
                </a:solidFill>
              </a:rPr>
              <a:t>Acknowledgements</a:t>
            </a:r>
            <a:endParaRPr lang="en-US" dirty="0"/>
          </a:p>
        </p:txBody>
      </p:sp>
      <p:sp>
        <p:nvSpPr>
          <p:cNvPr id="3" name="Subtitle 2">
            <a:extLst>
              <a:ext uri="{FF2B5EF4-FFF2-40B4-BE49-F238E27FC236}">
                <a16:creationId xmlns:a16="http://schemas.microsoft.com/office/drawing/2014/main" id="{96BECECE-7E6C-6FB3-7B7D-79417927EA4D}"/>
              </a:ext>
            </a:extLst>
          </p:cNvPr>
          <p:cNvSpPr>
            <a:spLocks noGrp="1"/>
          </p:cNvSpPr>
          <p:nvPr>
            <p:ph type="subTitle" idx="1"/>
          </p:nvPr>
        </p:nvSpPr>
        <p:spPr>
          <a:xfrm>
            <a:off x="1463452" y="1547710"/>
            <a:ext cx="6804851" cy="12710087"/>
          </a:xfrm>
        </p:spPr>
        <p:txBody>
          <a:bodyPr/>
          <a:lstStyle/>
          <a:p>
            <a:r>
              <a:rPr lang="en-IN" dirty="0"/>
              <a:t>• Guide</a:t>
            </a:r>
          </a:p>
          <a:p>
            <a:endParaRPr lang="en-IN" dirty="0"/>
          </a:p>
          <a:p>
            <a:endParaRPr lang="en-IN" dirty="0"/>
          </a:p>
          <a:p>
            <a:endParaRPr lang="en-IN" dirty="0"/>
          </a:p>
          <a:p>
            <a:r>
              <a:rPr lang="en-IN" dirty="0"/>
              <a:t>• Institution</a:t>
            </a:r>
          </a:p>
          <a:p>
            <a:r>
              <a:rPr lang="en-US" altLang="en-US" sz="1800" dirty="0">
                <a:solidFill>
                  <a:schemeClr val="tx1"/>
                </a:solidFill>
                <a:latin typeface="Arial" panose="020B0604020202020204" pitchFamily="34" charset="0"/>
              </a:rPr>
              <a:t>I would like to thank my institution(BUDDHA INSTITUTE OF TEECHNOLOGY) for providing the necessary resources, facilities, and a supportive environment to successfully complete this project.</a:t>
            </a:r>
          </a:p>
          <a:p>
            <a:endParaRPr lang="en-IN" dirty="0"/>
          </a:p>
          <a:p>
            <a:endParaRPr lang="en-US" dirty="0"/>
          </a:p>
        </p:txBody>
      </p:sp>
      <p:pic>
        <p:nvPicPr>
          <p:cNvPr id="4" name="Picture 3">
            <a:extLst>
              <a:ext uri="{FF2B5EF4-FFF2-40B4-BE49-F238E27FC236}">
                <a16:creationId xmlns:a16="http://schemas.microsoft.com/office/drawing/2014/main" id="{548AC4D2-53D6-CF00-A185-369DE857649A}"/>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
        <p:nvSpPr>
          <p:cNvPr id="5" name="Rectangle 1">
            <a:extLst>
              <a:ext uri="{FF2B5EF4-FFF2-40B4-BE49-F238E27FC236}">
                <a16:creationId xmlns:a16="http://schemas.microsoft.com/office/drawing/2014/main" id="{212142E0-55ED-886D-FF3F-C2C7446AEDE6}"/>
              </a:ext>
            </a:extLst>
          </p:cNvPr>
          <p:cNvSpPr>
            <a:spLocks noChangeArrowheads="1"/>
          </p:cNvSpPr>
          <p:nvPr/>
        </p:nvSpPr>
        <p:spPr bwMode="auto">
          <a:xfrm>
            <a:off x="1520190" y="1935350"/>
            <a:ext cx="7162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 sincerely express my gratitude to my project guide Mr. Ritesh Sharma  for their valuable guidance, continuous support, and encouragement throughout the development of this project.</a:t>
            </a:r>
          </a:p>
        </p:txBody>
      </p:sp>
    </p:spTree>
    <p:extLst>
      <p:ext uri="{BB962C8B-B14F-4D97-AF65-F5344CB8AC3E}">
        <p14:creationId xmlns:p14="http://schemas.microsoft.com/office/powerpoint/2010/main" val="3429819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922D9-E11C-5458-3D9F-E3F4665C2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40733-8E58-A4C8-C37E-DFE4537C227B}"/>
              </a:ext>
            </a:extLst>
          </p:cNvPr>
          <p:cNvSpPr>
            <a:spLocks noGrp="1"/>
          </p:cNvSpPr>
          <p:nvPr>
            <p:ph type="ctrTitle"/>
          </p:nvPr>
        </p:nvSpPr>
        <p:spPr>
          <a:xfrm>
            <a:off x="1371600" y="-304800"/>
            <a:ext cx="7315200" cy="6781800"/>
          </a:xfrm>
        </p:spPr>
        <p:txBody>
          <a:bodyPr>
            <a:noAutofit/>
          </a:bodyPr>
          <a:lstStyle/>
          <a:p>
            <a:r>
              <a:rPr lang="en-US" dirty="0">
                <a:solidFill>
                  <a:srgbClr val="0070C0"/>
                </a:solidFill>
              </a:rPr>
              <a:t>References</a:t>
            </a:r>
            <a:br>
              <a:rPr lang="en-US" dirty="0">
                <a:solidFill>
                  <a:srgbClr val="0070C0"/>
                </a:solidFill>
              </a:rPr>
            </a:br>
            <a:br>
              <a:rPr lang="en-US" dirty="0">
                <a:solidFill>
                  <a:srgbClr val="0070C0"/>
                </a:solidFill>
              </a:rPr>
            </a:br>
            <a:r>
              <a:rPr lang="en-US" dirty="0">
                <a:solidFill>
                  <a:srgbClr val="0070C0"/>
                </a:solidFill>
              </a:rPr>
              <a:t>    </a:t>
            </a:r>
            <a:r>
              <a:rPr lang="en-US" sz="1800" dirty="0">
                <a:solidFill>
                  <a:schemeClr val="tx1"/>
                </a:solidFill>
                <a:latin typeface="Arial" panose="020B0604020202020204" pitchFamily="34" charset="0"/>
                <a:cs typeface="Arial" panose="020B0604020202020204" pitchFamily="34" charset="0"/>
              </a:rPr>
              <a:t>                                                </a:t>
            </a:r>
            <a:br>
              <a:rPr lang="en-US" sz="1800" dirty="0">
                <a:solidFill>
                  <a:schemeClr val="tx1"/>
                </a:solidFill>
                <a:latin typeface="Arial" panose="020B0604020202020204" pitchFamily="34" charset="0"/>
                <a:cs typeface="Arial" panose="020B0604020202020204" pitchFamily="34" charset="0"/>
              </a:rPr>
            </a:br>
            <a:br>
              <a:rPr lang="en-US" sz="1800" dirty="0">
                <a:solidFill>
                  <a:schemeClr val="tx1"/>
                </a:solidFill>
                <a:latin typeface="Arial" panose="020B0604020202020204" pitchFamily="34" charset="0"/>
                <a:cs typeface="Arial" panose="020B0604020202020204" pitchFamily="34" charset="0"/>
              </a:rPr>
            </a:br>
            <a:r>
              <a:rPr lang="en-US" sz="1800" dirty="0">
                <a:solidFill>
                  <a:schemeClr val="tx1"/>
                </a:solidFill>
                <a:latin typeface="Arial" panose="020B0604020202020204" pitchFamily="34" charset="0"/>
                <a:cs typeface="Arial" panose="020B0604020202020204" pitchFamily="34" charset="0"/>
              </a:rPr>
              <a:t>Diwakar Gupta and </a:t>
            </a:r>
            <a:r>
              <a:rPr lang="en-US" sz="1800" dirty="0" err="1">
                <a:solidFill>
                  <a:schemeClr val="tx1"/>
                </a:solidFill>
                <a:latin typeface="Arial" panose="020B0604020202020204" pitchFamily="34" charset="0"/>
                <a:cs typeface="Arial" panose="020B0604020202020204" pitchFamily="34" charset="0"/>
              </a:rPr>
              <a:t>brian</a:t>
            </a:r>
            <a:r>
              <a:rPr lang="en-US" sz="1800" dirty="0">
                <a:solidFill>
                  <a:schemeClr val="tx1"/>
                </a:solidFill>
                <a:latin typeface="Arial" panose="020B0604020202020204" pitchFamily="34" charset="0"/>
                <a:cs typeface="Arial" panose="020B0604020202020204" pitchFamily="34" charset="0"/>
              </a:rPr>
              <a:t>           </a:t>
            </a:r>
            <a:r>
              <a:rPr lang="en-IN" sz="1800" dirty="0">
                <a:solidFill>
                  <a:srgbClr val="8DC765"/>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https://doi.org/1.5281/zenodo.</a:t>
            </a:r>
            <a:r>
              <a:rPr lang="en-IN" sz="1800" dirty="0">
                <a:solidFill>
                  <a:schemeClr val="accent1"/>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711761</a:t>
            </a:r>
            <a:br>
              <a:rPr lang="en-IN" sz="1800" dirty="0">
                <a:solidFill>
                  <a:schemeClr val="accent1"/>
                </a:solidFill>
                <a:latin typeface="Arial" panose="020B0604020202020204" pitchFamily="34" charset="0"/>
                <a:cs typeface="Arial" panose="020B0604020202020204" pitchFamily="34" charset="0"/>
              </a:rPr>
            </a:br>
            <a:br>
              <a:rPr lang="en-IN" sz="1800" dirty="0">
                <a:solidFill>
                  <a:schemeClr val="accent1"/>
                </a:solidFill>
                <a:latin typeface="Arial" panose="020B0604020202020204" pitchFamily="34" charset="0"/>
                <a:cs typeface="Arial" panose="020B0604020202020204" pitchFamily="34" charset="0"/>
              </a:rPr>
            </a:br>
            <a:r>
              <a:rPr lang="da-DK" sz="1800" dirty="0">
                <a:solidFill>
                  <a:schemeClr val="tx1"/>
                </a:solidFill>
                <a:latin typeface="Arial" panose="020B0604020202020204" pitchFamily="34" charset="0"/>
                <a:cs typeface="Arial" panose="020B0604020202020204" pitchFamily="34" charset="0"/>
              </a:rPr>
              <a:t>Muhammad Ahmad Baballe       </a:t>
            </a:r>
            <a:r>
              <a:rPr lang="en-IN" sz="1800" dirty="0">
                <a:solidFill>
                  <a:srgbClr val="8DC765"/>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https://www.researchgate.net/</a:t>
            </a:r>
            <a:r>
              <a:rPr lang="en-IN" sz="1800" dirty="0">
                <a:solidFill>
                  <a:schemeClr val="accent1"/>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371661</a:t>
            </a:r>
            <a:br>
              <a:rPr lang="en-IN" sz="1800" dirty="0">
                <a:solidFill>
                  <a:schemeClr val="accent1"/>
                </a:solidFill>
                <a:latin typeface="Arial" panose="020B0604020202020204" pitchFamily="34" charset="0"/>
                <a:cs typeface="Arial" panose="020B0604020202020204" pitchFamily="34" charset="0"/>
              </a:rPr>
            </a:br>
            <a:br>
              <a:rPr lang="en-IN" sz="1800" dirty="0">
                <a:solidFill>
                  <a:schemeClr val="accent1"/>
                </a:solidFill>
                <a:latin typeface="Arial" panose="020B0604020202020204" pitchFamily="34" charset="0"/>
                <a:cs typeface="Arial" panose="020B0604020202020204" pitchFamily="34" charset="0"/>
              </a:rPr>
            </a:br>
            <a:r>
              <a:rPr lang="en-IN" sz="1800" dirty="0">
                <a:solidFill>
                  <a:schemeClr val="tx1"/>
                </a:solidFill>
                <a:latin typeface="Arial" panose="020B0604020202020204" pitchFamily="34" charset="0"/>
                <a:cs typeface="Arial" panose="020B0604020202020204" pitchFamily="34" charset="0"/>
              </a:rPr>
              <a:t>S. Gunasekaran                        </a:t>
            </a:r>
            <a:r>
              <a:rPr lang="en-IN" sz="1800" dirty="0">
                <a:solidFill>
                  <a:schemeClr val="accent1"/>
                </a:solidFill>
              </a:rPr>
              <a:t>https://ph01.tcithaijo.org/TNIJournal/2436</a:t>
            </a:r>
            <a:br>
              <a:rPr lang="en-IN" sz="1800" dirty="0"/>
            </a:br>
            <a:br>
              <a:rPr lang="en-IN" sz="1800" dirty="0">
                <a:solidFill>
                  <a:schemeClr val="accent1"/>
                </a:solidFill>
                <a:latin typeface="Arial" panose="020B0604020202020204" pitchFamily="34" charset="0"/>
                <a:cs typeface="Arial" panose="020B0604020202020204" pitchFamily="34" charset="0"/>
              </a:rPr>
            </a:br>
            <a:r>
              <a:rPr lang="en-IN" sz="1800" dirty="0">
                <a:solidFill>
                  <a:schemeClr val="accent1"/>
                </a:solidFill>
                <a:latin typeface="Arial" panose="020B0604020202020204" pitchFamily="34" charset="0"/>
                <a:cs typeface="Arial" panose="020B0604020202020204" pitchFamily="34" charset="0"/>
              </a:rPr>
              <a:t>                          </a:t>
            </a:r>
            <a:br>
              <a:rPr lang="da-DK" sz="1800" dirty="0">
                <a:solidFill>
                  <a:schemeClr val="tx1"/>
                </a:solidFill>
                <a:latin typeface="Arial" panose="020B0604020202020204" pitchFamily="34" charset="0"/>
                <a:cs typeface="Arial" panose="020B0604020202020204" pitchFamily="34" charset="0"/>
              </a:rPr>
            </a:br>
            <a:br>
              <a:rPr lang="da-DK" sz="1800" dirty="0">
                <a:latin typeface="Arial" panose="020B0604020202020204" pitchFamily="34" charset="0"/>
                <a:cs typeface="Arial" panose="020B0604020202020204" pitchFamily="34" charset="0"/>
              </a:rPr>
            </a:br>
            <a:br>
              <a:rPr lang="da-DK" sz="1800" dirty="0">
                <a:latin typeface="Arial" panose="020B0604020202020204" pitchFamily="34" charset="0"/>
                <a:cs typeface="Arial" panose="020B0604020202020204" pitchFamily="34" charset="0"/>
              </a:rPr>
            </a:br>
            <a:br>
              <a:rPr lang="en-IN" sz="1800" dirty="0">
                <a:solidFill>
                  <a:schemeClr val="accent1"/>
                </a:solidFill>
                <a:latin typeface="Arial" panose="020B0604020202020204" pitchFamily="34" charset="0"/>
                <a:cs typeface="Arial" panose="020B0604020202020204" pitchFamily="34" charset="0"/>
              </a:rPr>
            </a:br>
            <a:br>
              <a:rPr lang="en-IN" sz="1800" dirty="0"/>
            </a:br>
            <a:br>
              <a:rPr lang="en-IN" sz="1800" dirty="0">
                <a:solidFill>
                  <a:schemeClr val="accent1"/>
                </a:solidFill>
                <a:latin typeface="Arial" panose="020B0604020202020204" pitchFamily="34" charset="0"/>
                <a:cs typeface="Arial" panose="020B0604020202020204" pitchFamily="34" charset="0"/>
              </a:rPr>
            </a:br>
            <a:br>
              <a:rPr lang="en-IN" sz="1800" dirty="0">
                <a:solidFill>
                  <a:schemeClr val="accent1"/>
                </a:solidFill>
                <a:latin typeface="Arial" panose="020B0604020202020204" pitchFamily="34" charset="0"/>
                <a:cs typeface="Arial" panose="020B0604020202020204" pitchFamily="34" charset="0"/>
              </a:rPr>
            </a:br>
            <a:r>
              <a:rPr lang="en-IN" sz="1800" dirty="0">
                <a:solidFill>
                  <a:schemeClr val="accent1"/>
                </a:solidFill>
                <a:latin typeface="Arial" panose="020B0604020202020204" pitchFamily="34" charset="0"/>
                <a:cs typeface="Arial" panose="020B0604020202020204" pitchFamily="34" charset="0"/>
              </a:rPr>
              <a:t>                                                                             </a:t>
            </a:r>
            <a:br>
              <a:rPr lang="en-IN" sz="1800" dirty="0">
                <a:solidFill>
                  <a:schemeClr val="accent1"/>
                </a:solidFill>
                <a:latin typeface="Arial" panose="020B0604020202020204" pitchFamily="34" charset="0"/>
                <a:cs typeface="Arial" panose="020B0604020202020204" pitchFamily="34" charset="0"/>
              </a:rPr>
            </a:br>
            <a:endParaRPr lang="en-US" sz="1800" dirty="0">
              <a:solidFill>
                <a:schemeClr val="accent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72573B1-9ABF-BB62-E9EC-653CC14D4831}"/>
              </a:ext>
            </a:extLst>
          </p:cNvPr>
          <p:cNvPicPr>
            <a:picLocks noChangeAspect="1"/>
          </p:cNvPicPr>
          <p:nvPr/>
        </p:nvPicPr>
        <p:blipFill>
          <a:blip r:embed="rId4">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24000" cy="1373747"/>
          </a:xfrm>
          <a:prstGeom prst="rect">
            <a:avLst/>
          </a:prstGeom>
        </p:spPr>
      </p:pic>
    </p:spTree>
    <p:extLst>
      <p:ext uri="{BB962C8B-B14F-4D97-AF65-F5344CB8AC3E}">
        <p14:creationId xmlns:p14="http://schemas.microsoft.com/office/powerpoint/2010/main" val="3715209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03873-A732-D926-FCA6-7460609C292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8AC15F-A7E2-F31F-4A53-A09C7E20B0FC}"/>
              </a:ext>
            </a:extLst>
          </p:cNvPr>
          <p:cNvSpPr>
            <a:spLocks noGrp="1"/>
          </p:cNvSpPr>
          <p:nvPr>
            <p:ph type="subTitle" idx="1"/>
          </p:nvPr>
        </p:nvSpPr>
        <p:spPr>
          <a:xfrm>
            <a:off x="1066800" y="2362200"/>
            <a:ext cx="7406640" cy="2950536"/>
          </a:xfrm>
        </p:spPr>
        <p:txBody>
          <a:bodyPr>
            <a:normAutofit/>
          </a:bodyPr>
          <a:lstStyle/>
          <a:p>
            <a:pPr algn="ctr"/>
            <a:r>
              <a:rPr lang="en-US" sz="6000" dirty="0">
                <a:solidFill>
                  <a:srgbClr val="C00000"/>
                </a:solidFill>
                <a:latin typeface="Arial" panose="020B0604020202020204" pitchFamily="34" charset="0"/>
                <a:cs typeface="Arial" panose="020B0604020202020204" pitchFamily="34" charset="0"/>
              </a:rPr>
              <a:t>T</a:t>
            </a:r>
            <a:r>
              <a:rPr lang="en-IN" sz="6000" dirty="0">
                <a:solidFill>
                  <a:srgbClr val="C00000"/>
                </a:solidFill>
                <a:latin typeface="Arial" panose="020B0604020202020204" pitchFamily="34" charset="0"/>
                <a:cs typeface="Arial" panose="020B0604020202020204" pitchFamily="34" charset="0"/>
              </a:rPr>
              <a:t>HANK YOU</a:t>
            </a:r>
            <a:endParaRPr lang="en-US" sz="6000" dirty="0">
              <a:solidFill>
                <a:srgbClr val="C00000"/>
              </a:solidFill>
            </a:endParaRPr>
          </a:p>
        </p:txBody>
      </p:sp>
      <p:pic>
        <p:nvPicPr>
          <p:cNvPr id="4" name="Picture 3">
            <a:extLst>
              <a:ext uri="{FF2B5EF4-FFF2-40B4-BE49-F238E27FC236}">
                <a16:creationId xmlns:a16="http://schemas.microsoft.com/office/drawing/2014/main" id="{85522CEB-3A3E-CBC1-B344-320EFE80B952}"/>
              </a:ext>
            </a:extLst>
          </p:cNvPr>
          <p:cNvPicPr>
            <a:picLocks noChangeAspect="1"/>
          </p:cNvPicPr>
          <p:nvPr/>
        </p:nvPicPr>
        <p:blipFill>
          <a:blip r:embed="rId2">
            <a:extLst>
              <a:ext uri="{BEBA8EAE-BF5A-486C-A8C5-ECC9F3942E4B}">
                <a14:imgProps xmlns:a14="http://schemas.microsoft.com/office/drawing/2010/main">
                  <a14:imgLayer>
                    <a14:imgEffect>
                      <a14:backgroundRemoval t="3125" b="96875" l="5634" r="83099"/>
                    </a14:imgEffect>
                  </a14:imgLayer>
                </a14:imgProps>
              </a:ext>
            </a:extLst>
          </a:blip>
          <a:stretch>
            <a:fillRect/>
          </a:stretch>
        </p:blipFill>
        <p:spPr>
          <a:xfrm>
            <a:off x="152400" y="152400"/>
            <a:ext cx="1561556" cy="1407600"/>
          </a:xfrm>
          <a:prstGeom prst="rect">
            <a:avLst/>
          </a:prstGeom>
        </p:spPr>
      </p:pic>
    </p:spTree>
    <p:extLst>
      <p:ext uri="{BB962C8B-B14F-4D97-AF65-F5344CB8AC3E}">
        <p14:creationId xmlns:p14="http://schemas.microsoft.com/office/powerpoint/2010/main" val="40546592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738</TotalTime>
  <Words>759</Words>
  <Application>Microsoft Office PowerPoint</Application>
  <PresentationFormat>On-screen Show (4:3)</PresentationFormat>
  <Paragraphs>134</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 MT</vt:lpstr>
      <vt:lpstr>Calibri</vt:lpstr>
      <vt:lpstr>Gill Sans MT</vt:lpstr>
      <vt:lpstr>Times New Roman</vt:lpstr>
      <vt:lpstr>Verdana</vt:lpstr>
      <vt:lpstr>Wingdings 2</vt:lpstr>
      <vt:lpstr>Solstice</vt:lpstr>
      <vt:lpstr> 1st National conference on Emerging Trends in Computer Science and Technology In-2026 Buddha Institute of  Technology  GIDA, Gorakhpur  Date of Conference:  9th April-11th April,2026</vt:lpstr>
      <vt:lpstr>Contents</vt:lpstr>
      <vt:lpstr>Introduction</vt:lpstr>
      <vt:lpstr>Problem Statement</vt:lpstr>
      <vt:lpstr>Objectives</vt:lpstr>
      <vt:lpstr>Literature Survey</vt:lpstr>
      <vt:lpstr> Proposed Solution / Methodology </vt:lpstr>
      <vt:lpstr>PowerPoint Presentation</vt:lpstr>
      <vt:lpstr>Results &amp; Analysis Graph </vt:lpstr>
      <vt:lpstr>Key Outcomes  </vt:lpstr>
      <vt:lpstr>Conclusion &amp; Future Work</vt:lpstr>
      <vt:lpstr>Acknowledgements</vt:lpstr>
      <vt:lpstr>References                                                        Diwakar Gupta and brian           https://doi.org/1.5281/zenodo.711761  Muhammad Ahmad Baballe       https://www.researchgate.net/371661  S. Gunasekaran                        https://ph01.tcithaijo.org/TNIJournal/2436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National Conference on Recent Trends in Science, Engineering and Technology (RTSET-2026)   Buddha Institute of  Technology , GIDA, Gorakhpur    Date of Conference: 27th – 28th March, 2026</dc:title>
  <dc:creator>office</dc:creator>
  <cp:lastModifiedBy>Mahi Chaudhary</cp:lastModifiedBy>
  <cp:revision>20</cp:revision>
  <dcterms:created xsi:type="dcterms:W3CDTF">2006-08-16T00:00:00Z</dcterms:created>
  <dcterms:modified xsi:type="dcterms:W3CDTF">2026-04-11T05:12:22Z</dcterms:modified>
</cp:coreProperties>
</file>